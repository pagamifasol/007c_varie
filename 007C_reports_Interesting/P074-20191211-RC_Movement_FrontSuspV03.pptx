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0" r:id="rId2"/>
  </p:sld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60"/>
  </p:normalViewPr>
  <p:slideViewPr>
    <p:cSldViewPr snapToGrid="0">
      <p:cViewPr>
        <p:scale>
          <a:sx n="75" d="100"/>
          <a:sy n="75" d="100"/>
        </p:scale>
        <p:origin x="12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6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0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75C7FC-0F76-4ED8-A925-DC0EE55B3F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04849" y="3997895"/>
            <a:ext cx="9413372" cy="562570"/>
          </a:xfrm>
        </p:spPr>
        <p:txBody>
          <a:bodyPr anchor="b">
            <a:noAutofit/>
          </a:bodyPr>
          <a:lstStyle>
            <a:lvl1pPr marL="742950" indent="-742950">
              <a:buFont typeface="+mj-lt"/>
              <a:buAutoNum type="arabicPeriod"/>
              <a:defRPr lang="en-US" sz="3600" b="0" i="0" kern="1200" cap="all" dirty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1. 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1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7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5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04643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535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103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706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23666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775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00800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33706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4194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373301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79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986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4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57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03507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22710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44315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0714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72380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71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94237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47871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6002558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89764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419261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8461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0259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12252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094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824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86618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995862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C883-AC60-44A0-B107-C41EC21B361B}" type="datetimeFigureOut">
              <a:rPr lang="en-US" smtClean="0"/>
              <a:t>12/11/2019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935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199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498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4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885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46C4B4-58E4-1144-B4D6-C2E8EDC13A13}"/>
              </a:ext>
            </a:extLst>
          </p:cNvPr>
          <p:cNvSpPr txBox="1">
            <a:spLocks/>
          </p:cNvSpPr>
          <p:nvPr/>
        </p:nvSpPr>
        <p:spPr>
          <a:xfrm>
            <a:off x="227012" y="3991571"/>
            <a:ext cx="8402637" cy="1021556"/>
          </a:xfrm>
          <a:prstGeom prst="rect">
            <a:avLst/>
          </a:prstGeom>
        </p:spPr>
        <p:txBody>
          <a:bodyPr vert="horz" lIns="251999" tIns="72000" rIns="90000" bIns="3600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1.LOREM IPSUM DOLOR SIT AMET</a:t>
            </a:r>
            <a:endParaRPr lang="en-JM" dirty="0">
              <a:solidFill>
                <a:schemeClr val="bg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5209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12922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0159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5308787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98709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4134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33243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61496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939284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856148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967205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387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5027563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383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972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12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58317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555158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84132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997605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77123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1093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01432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2215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501374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859496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4580780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007501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6648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78593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836531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332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452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055168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046523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878110D-52B5-4D65-A521-E9DC37F3790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8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3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58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101AF-8758-47FC-A3EF-24CF2D98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Suspension Kinematics 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D0BCF-C8A7-49ED-AB1C-5246DCD677AA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dirty="0"/>
              <a:t>Front suspension V03</a:t>
            </a:r>
          </a:p>
        </p:txBody>
      </p:sp>
    </p:spTree>
    <p:extLst>
      <p:ext uri="{BB962C8B-B14F-4D97-AF65-F5344CB8AC3E}">
        <p14:creationId xmlns:p14="http://schemas.microsoft.com/office/powerpoint/2010/main" val="320195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84FD90F-FB55-4ABD-932C-19554E8B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 center height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B7BE5C08-B427-49EF-9B72-A57170F7E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508198"/>
              </p:ext>
            </p:extLst>
          </p:nvPr>
        </p:nvGraphicFramePr>
        <p:xfrm>
          <a:off x="264160" y="1247345"/>
          <a:ext cx="8061234" cy="2293504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29202034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614338638"/>
                    </a:ext>
                  </a:extLst>
                </a:gridCol>
                <a:gridCol w="1220651">
                  <a:extLst>
                    <a:ext uri="{9D8B030D-6E8A-4147-A177-3AD203B41FA5}">
                      <a16:colId xmlns:a16="http://schemas.microsoft.com/office/drawing/2014/main" val="3448368627"/>
                    </a:ext>
                  </a:extLst>
                </a:gridCol>
                <a:gridCol w="1343539">
                  <a:extLst>
                    <a:ext uri="{9D8B030D-6E8A-4147-A177-3AD203B41FA5}">
                      <a16:colId xmlns:a16="http://schemas.microsoft.com/office/drawing/2014/main" val="247428765"/>
                    </a:ext>
                  </a:extLst>
                </a:gridCol>
                <a:gridCol w="1343539">
                  <a:extLst>
                    <a:ext uri="{9D8B030D-6E8A-4147-A177-3AD203B41FA5}">
                      <a16:colId xmlns:a16="http://schemas.microsoft.com/office/drawing/2014/main" val="3844452654"/>
                    </a:ext>
                  </a:extLst>
                </a:gridCol>
                <a:gridCol w="1343539">
                  <a:extLst>
                    <a:ext uri="{9D8B030D-6E8A-4147-A177-3AD203B41FA5}">
                      <a16:colId xmlns:a16="http://schemas.microsoft.com/office/drawing/2014/main" val="1905943061"/>
                    </a:ext>
                  </a:extLst>
                </a:gridCol>
              </a:tblGrid>
              <a:tr h="28668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007 FR V03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007 V04?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004C Front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007 RR V01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249697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Camber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deg/cm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896721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RCH </a:t>
                      </a:r>
                      <a:r>
                        <a:rPr lang="el-GR" sz="1200" dirty="0"/>
                        <a:t>Δ</a:t>
                      </a:r>
                      <a:r>
                        <a:rPr lang="en-US" sz="1200" dirty="0"/>
                        <a:t>z {ground}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mm/cm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002822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RCH </a:t>
                      </a:r>
                      <a:r>
                        <a:rPr lang="el-GR" sz="1200" dirty="0"/>
                        <a:t>Δ</a:t>
                      </a:r>
                      <a:r>
                        <a:rPr lang="en-US" sz="1200" dirty="0"/>
                        <a:t>z {body}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mm/cm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260025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Jacking F. gain [static]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Fz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Fy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950922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Jack. F. [30mm bump]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Fz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Fy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792040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AR outer (mu 1.3) [static]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22796"/>
                  </a:ext>
                </a:extLst>
              </a:tr>
              <a:tr h="286688">
                <a:tc>
                  <a:txBody>
                    <a:bodyPr/>
                    <a:lstStyle/>
                    <a:p>
                      <a:r>
                        <a:rPr lang="en-US" sz="1200" dirty="0"/>
                        <a:t>AR outer (mu 1.3) [30mm]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01572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EB8C6-A01C-4D74-84A2-A936B9325CF4}"/>
              </a:ext>
            </a:extLst>
          </p:cNvPr>
          <p:cNvGrpSpPr/>
          <p:nvPr/>
        </p:nvGrpSpPr>
        <p:grpSpPr>
          <a:xfrm>
            <a:off x="264160" y="3735682"/>
            <a:ext cx="2959420" cy="2516636"/>
            <a:chOff x="4254679" y="3735682"/>
            <a:chExt cx="2959420" cy="251663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A662680-15A2-461C-ACAD-53F15E075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4679" y="3735682"/>
              <a:ext cx="2959420" cy="251663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51C22F-1BA6-42EB-BBFF-B45F677CE475}"/>
                </a:ext>
              </a:extLst>
            </p:cNvPr>
            <p:cNvSpPr txBox="1"/>
            <p:nvPr/>
          </p:nvSpPr>
          <p:spPr>
            <a:xfrm>
              <a:off x="5416732" y="5939545"/>
              <a:ext cx="975360" cy="312773"/>
            </a:xfrm>
            <a:prstGeom prst="rect">
              <a:avLst/>
            </a:prstGeom>
          </p:spPr>
          <p:txBody>
            <a:bodyPr vert="horz" wrap="none" lIns="251999" tIns="72000" rIns="90000" bIns="36000" rtlCol="0" anchor="t">
              <a:normAutofit fontScale="85000" lnSpcReduction="20000"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003C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28D4ED-2D8A-43FB-A757-D6530CB3E8DD}"/>
              </a:ext>
            </a:extLst>
          </p:cNvPr>
          <p:cNvGrpSpPr/>
          <p:nvPr/>
        </p:nvGrpSpPr>
        <p:grpSpPr>
          <a:xfrm>
            <a:off x="3401785" y="3735682"/>
            <a:ext cx="2929346" cy="3051914"/>
            <a:chOff x="3401785" y="3735682"/>
            <a:chExt cx="2929346" cy="305191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D495119-59DE-489B-8A71-199F4A9A6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1785" y="3735682"/>
              <a:ext cx="2929346" cy="251663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0DF4D1-D5EF-470D-BB20-36D19046C840}"/>
                </a:ext>
              </a:extLst>
            </p:cNvPr>
            <p:cNvSpPr txBox="1"/>
            <p:nvPr/>
          </p:nvSpPr>
          <p:spPr>
            <a:xfrm>
              <a:off x="4524970" y="5873196"/>
              <a:ext cx="914400" cy="914400"/>
            </a:xfrm>
            <a:prstGeom prst="rect">
              <a:avLst/>
            </a:prstGeom>
          </p:spPr>
          <p:txBody>
            <a:bodyPr vert="horz" wrap="none" lIns="251999" tIns="72000" rIns="90000" bIns="36000" rtlCol="0" anchor="t">
              <a:norm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V03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AE0DE7-ACEB-4406-A18C-041A98EC3DDC}"/>
              </a:ext>
            </a:extLst>
          </p:cNvPr>
          <p:cNvGrpSpPr/>
          <p:nvPr/>
        </p:nvGrpSpPr>
        <p:grpSpPr>
          <a:xfrm>
            <a:off x="6607489" y="3735682"/>
            <a:ext cx="2940585" cy="3051914"/>
            <a:chOff x="6607489" y="3735682"/>
            <a:chExt cx="2940585" cy="30519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A9FA3C2-CF3A-4096-8F58-42849D5D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7489" y="3735682"/>
              <a:ext cx="2940585" cy="251663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004E761-33DF-4971-90A8-D5B0462350EF}"/>
                </a:ext>
              </a:extLst>
            </p:cNvPr>
            <p:cNvSpPr txBox="1"/>
            <p:nvPr/>
          </p:nvSpPr>
          <p:spPr>
            <a:xfrm>
              <a:off x="7721016" y="5873196"/>
              <a:ext cx="914400" cy="914400"/>
            </a:xfrm>
            <a:prstGeom prst="rect">
              <a:avLst/>
            </a:prstGeom>
          </p:spPr>
          <p:txBody>
            <a:bodyPr vert="horz" wrap="none" lIns="251999" tIns="72000" rIns="90000" bIns="36000" rtlCol="0" anchor="t">
              <a:norm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V04?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139910-D5F2-4C88-A698-C3210A6D3050}"/>
              </a:ext>
            </a:extLst>
          </p:cNvPr>
          <p:cNvGrpSpPr/>
          <p:nvPr/>
        </p:nvGrpSpPr>
        <p:grpSpPr>
          <a:xfrm>
            <a:off x="8905602" y="1130591"/>
            <a:ext cx="2929346" cy="3062291"/>
            <a:chOff x="8905602" y="1130591"/>
            <a:chExt cx="2929346" cy="306229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707386A-7EF1-43A9-912C-67A231334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05602" y="1130591"/>
              <a:ext cx="2929346" cy="252701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DC213F-7ECE-40A6-A4D7-A0B8B590B48A}"/>
                </a:ext>
              </a:extLst>
            </p:cNvPr>
            <p:cNvSpPr txBox="1"/>
            <p:nvPr/>
          </p:nvSpPr>
          <p:spPr>
            <a:xfrm>
              <a:off x="10007016" y="3278482"/>
              <a:ext cx="914400" cy="914400"/>
            </a:xfrm>
            <a:prstGeom prst="rect">
              <a:avLst/>
            </a:prstGeom>
          </p:spPr>
          <p:txBody>
            <a:bodyPr vert="horz" wrap="none" lIns="251999" tIns="72000" rIns="90000" bIns="36000" rtlCol="0" anchor="t">
              <a:norm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V03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3322B1E-DE88-4814-BD71-DB9AEB1EC2BB}"/>
              </a:ext>
            </a:extLst>
          </p:cNvPr>
          <p:cNvSpPr txBox="1"/>
          <p:nvPr/>
        </p:nvSpPr>
        <p:spPr>
          <a:xfrm>
            <a:off x="10007016" y="4597400"/>
            <a:ext cx="1461084" cy="457200"/>
          </a:xfrm>
          <a:prstGeom prst="rect">
            <a:avLst/>
          </a:prstGeom>
        </p:spPr>
        <p:txBody>
          <a:bodyPr vert="horz" wrap="none" lIns="251999" tIns="72000" rIns="90000" bIns="36000" rtlCol="0" anchor="t">
            <a:norm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Red 004C</a:t>
            </a:r>
          </a:p>
        </p:txBody>
      </p:sp>
    </p:spTree>
    <p:extLst>
      <p:ext uri="{BB962C8B-B14F-4D97-AF65-F5344CB8AC3E}">
        <p14:creationId xmlns:p14="http://schemas.microsoft.com/office/powerpoint/2010/main" val="138330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4EFF-AE1D-4A21-A703-8CF1A1CC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4E3D4-5B84-4DE7-8601-95FA0DE32D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V04 (red) vs V03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510B6-F10B-4481-9BCD-D4B884563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033617"/>
            <a:ext cx="9105900" cy="39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7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813301"/>
      </p:ext>
    </p:extLst>
  </p:cSld>
  <p:clrMapOvr>
    <a:masterClrMapping/>
  </p:clrMapOvr>
</p:sld>
</file>

<file path=ppt/theme/theme1.xml><?xml version="1.0" encoding="utf-8"?>
<a:theme xmlns:a="http://schemas.openxmlformats.org/drawingml/2006/main" name="180502_CMP-PodiumAdvancedTechnologiesTheme-r01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251999" tIns="72000" rIns="90000" bIns="36000" rtlCol="0" anchor="t">
        <a:normAutofit/>
      </a:bodyPr>
      <a:lstStyle>
        <a:defPPr algn="l">
          <a:defRPr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80502_CMP-PodiumAdvancedTechnologiesTheme-r01" id="{2276B0BC-1047-4A59-8ED8-35CA57035170}" vid="{043C437F-D5DC-4876-9947-DE3586E9F32B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template_powerpoint</Template>
  <TotalTime>139</TotalTime>
  <Words>129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180502_CMP-PodiumAdvancedTechnologiesTheme-r01</vt:lpstr>
      <vt:lpstr>2_TemaPODIUM</vt:lpstr>
      <vt:lpstr>PowerPoint Presentation</vt:lpstr>
      <vt:lpstr>PowerPoint Presentation</vt:lpstr>
      <vt:lpstr>Roll center height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25</cp:revision>
  <dcterms:created xsi:type="dcterms:W3CDTF">2019-12-11T08:48:40Z</dcterms:created>
  <dcterms:modified xsi:type="dcterms:W3CDTF">2019-12-11T11:08:38Z</dcterms:modified>
</cp:coreProperties>
</file>