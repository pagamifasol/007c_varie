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0" r:id="rId2"/>
  </p:sldMasterIdLst>
  <p:sldIdLst>
    <p:sldId id="260" r:id="rId3"/>
    <p:sldId id="266" r:id="rId4"/>
    <p:sldId id="269" r:id="rId5"/>
    <p:sldId id="271" r:id="rId6"/>
    <p:sldId id="270" r:id="rId7"/>
    <p:sldId id="267" r:id="rId8"/>
    <p:sldId id="265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C9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8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3rd spring</a:t>
            </a:r>
            <a:r>
              <a:rPr lang="en-US" baseline="0"/>
              <a:t> f</a:t>
            </a:r>
            <a:r>
              <a:rPr lang="en-US"/>
              <a:t>orce vs travel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'Front strategy'!$AE$30:$AE$75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strategy'!$AF$30:$AF$75</c:f>
              <c:numCache>
                <c:formatCode>0</c:formatCode>
                <c:ptCount val="46"/>
                <c:pt idx="0">
                  <c:v>0</c:v>
                </c:pt>
                <c:pt idx="1">
                  <c:v>1416.1419868770558</c:v>
                </c:pt>
                <c:pt idx="2">
                  <c:v>2073.5139609830885</c:v>
                </c:pt>
                <c:pt idx="3">
                  <c:v>2591.6529843927328</c:v>
                </c:pt>
                <c:pt idx="4">
                  <c:v>3036.0374780449465</c:v>
                </c:pt>
                <c:pt idx="5">
                  <c:v>3432.5626599771417</c:v>
                </c:pt>
                <c:pt idx="6">
                  <c:v>3794.696220406855</c:v>
                </c:pt>
                <c:pt idx="7">
                  <c:v>4130.5248214023168</c:v>
                </c:pt>
                <c:pt idx="8">
                  <c:v>4445.3636394728373</c:v>
                </c:pt>
                <c:pt idx="9">
                  <c:v>4742.9320320652814</c:v>
                </c:pt>
                <c:pt idx="10">
                  <c:v>5025.9554927169611</c:v>
                </c:pt>
                <c:pt idx="11">
                  <c:v>5296.5032675030625</c:v>
                </c:pt>
                <c:pt idx="12">
                  <c:v>5556.1911613503162</c:v>
                </c:pt>
                <c:pt idx="13">
                  <c:v>5806.3100841771284</c:v>
                </c:pt>
                <c:pt idx="14">
                  <c:v>6047.9111294850954</c:v>
                </c:pt>
                <c:pt idx="15">
                  <c:v>6281.8639262738952</c:v>
                </c:pt>
                <c:pt idx="16">
                  <c:v>6508.897874301746</c:v>
                </c:pt>
                <c:pt idx="17">
                  <c:v>6729.6320344678361</c:v>
                </c:pt>
                <c:pt idx="18">
                  <c:v>6944.597275989845</c:v>
                </c:pt>
                <c:pt idx="19">
                  <c:v>7154.2530028089031</c:v>
                </c:pt>
                <c:pt idx="20">
                  <c:v>7359</c:v>
                </c:pt>
                <c:pt idx="21">
                  <c:v>7559.1904481996926</c:v>
                </c:pt>
                <c:pt idx="22">
                  <c:v>7755.1358347752957</c:v>
                </c:pt>
                <c:pt idx="23">
                  <c:v>7947.1132784881584</c:v>
                </c:pt>
                <c:pt idx="24">
                  <c:v>8135.3706405930579</c:v>
                </c:pt>
                <c:pt idx="25">
                  <c:v>8320.1306958299083</c:v>
                </c:pt>
                <c:pt idx="26">
                  <c:v>8501.5945667200886</c:v>
                </c:pt>
                <c:pt idx="27">
                  <c:v>8679.9445744708537</c:v>
                </c:pt>
                <c:pt idx="28">
                  <c:v>8855.3466234181069</c:v>
                </c:pt>
                <c:pt idx="29">
                  <c:v>9027.9522091804029</c:v>
                </c:pt>
                <c:pt idx="30">
                  <c:v>9197.9001207707206</c:v>
                </c:pt>
                <c:pt idx="31">
                  <c:v>9365.3178919043839</c:v>
                </c:pt>
                <c:pt idx="32">
                  <c:v>9530.3230453187007</c:v>
                </c:pt>
                <c:pt idx="33">
                  <c:v>9693.0241651410579</c:v>
                </c:pt>
                <c:pt idx="34">
                  <c:v>9853.5218255339514</c:v>
                </c:pt>
                <c:pt idx="35">
                  <c:v>10011.90939852082</c:v>
                </c:pt>
                <c:pt idx="36">
                  <c:v>10168.273759699068</c:v>
                </c:pt>
                <c:pt idx="37">
                  <c:v>10322.69590721329</c:v>
                </c:pt>
                <c:pt idx="38">
                  <c:v>10475.25150669607</c:v>
                </c:pt>
                <c:pt idx="39">
                  <c:v>10626.011372737927</c:v>
                </c:pt>
                <c:pt idx="40">
                  <c:v>10775.041895710192</c:v>
                </c:pt>
                <c:pt idx="41">
                  <c:v>10922.405421348747</c:v>
                </c:pt>
                <c:pt idx="42">
                  <c:v>11068.16058934692</c:v>
                </c:pt>
                <c:pt idx="43">
                  <c:v>11212.362636250735</c:v>
                </c:pt>
                <c:pt idx="44">
                  <c:v>11355.063667159568</c:v>
                </c:pt>
                <c:pt idx="45">
                  <c:v>11496.312900078003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DD7-4BCE-A8E8-A06DF0950631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'Front strategy'!$AE$30:$AE$75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strategy'!$AG$30:$AG$75</c:f>
              <c:numCache>
                <c:formatCode>0</c:formatCode>
                <c:ptCount val="46"/>
                <c:pt idx="0">
                  <c:v>0</c:v>
                </c:pt>
                <c:pt idx="1">
                  <c:v>354.50722956300871</c:v>
                </c:pt>
                <c:pt idx="2">
                  <c:v>715.14650826904199</c:v>
                </c:pt>
                <c:pt idx="3">
                  <c:v>1078.137124367526</c:v>
                </c:pt>
                <c:pt idx="4">
                  <c:v>1442.6631832581638</c:v>
                </c:pt>
                <c:pt idx="5">
                  <c:v>1808.3352598368308</c:v>
                </c:pt>
                <c:pt idx="6">
                  <c:v>2174.9232050276783</c:v>
                </c:pt>
                <c:pt idx="7">
                  <c:v>2542.2745435532911</c:v>
                </c:pt>
                <c:pt idx="8">
                  <c:v>2910.2806715314205</c:v>
                </c:pt>
                <c:pt idx="9">
                  <c:v>3278.8602375537203</c:v>
                </c:pt>
                <c:pt idx="10">
                  <c:v>3647.9499965239711</c:v>
                </c:pt>
                <c:pt idx="11">
                  <c:v>4017.4993529574563</c:v>
                </c:pt>
                <c:pt idx="12">
                  <c:v>4387.4669008757392</c:v>
                </c:pt>
                <c:pt idx="13">
                  <c:v>4757.8181223578958</c:v>
                </c:pt>
                <c:pt idx="14">
                  <c:v>5128.5237966078384</c:v>
                </c:pt>
                <c:pt idx="15">
                  <c:v>5499.5588646701017</c:v>
                </c:pt>
                <c:pt idx="16">
                  <c:v>5870.9015973922769</c:v>
                </c:pt>
                <c:pt idx="17">
                  <c:v>6242.5329716185033</c:v>
                </c:pt>
                <c:pt idx="18">
                  <c:v>6614.4361932454667</c:v>
                </c:pt>
                <c:pt idx="19">
                  <c:v>6986.5963262840387</c:v>
                </c:pt>
                <c:pt idx="20">
                  <c:v>7359</c:v>
                </c:pt>
                <c:pt idx="21">
                  <c:v>7731.6351745998718</c:v>
                </c:pt>
                <c:pt idx="22">
                  <c:v>8104.4909515167092</c:v>
                </c:pt>
                <c:pt idx="23">
                  <c:v>8477.5574181578431</c:v>
                </c:pt>
                <c:pt idx="24">
                  <c:v>8850.8255196234331</c:v>
                </c:pt>
                <c:pt idx="25">
                  <c:v>9224.2869517783056</c:v>
                </c:pt>
                <c:pt idx="26">
                  <c:v>9597.9340714084537</c:v>
                </c:pt>
                <c:pt idx="27">
                  <c:v>9971.7598201784604</c:v>
                </c:pt>
                <c:pt idx="28">
                  <c:v>10345.757659836143</c:v>
                </c:pt>
                <c:pt idx="29">
                  <c:v>10719.92151665761</c:v>
                </c:pt>
                <c:pt idx="30">
                  <c:v>11094.245733541089</c:v>
                </c:pt>
                <c:pt idx="31">
                  <c:v>11468.725028476101</c:v>
                </c:pt>
                <c:pt idx="32">
                  <c:v>11843.354458360891</c:v>
                </c:pt>
                <c:pt idx="33">
                  <c:v>12218.129387333411</c:v>
                </c:pt>
                <c:pt idx="34">
                  <c:v>12593.045458932929</c:v>
                </c:pt>
                <c:pt idx="35">
                  <c:v>12968.09857152969</c:v>
                </c:pt>
                <c:pt idx="36">
                  <c:v>13343.284856556431</c:v>
                </c:pt>
                <c:pt idx="37">
                  <c:v>13718.600659153159</c:v>
                </c:pt>
                <c:pt idx="38">
                  <c:v>14094.042520899564</c:v>
                </c:pt>
                <c:pt idx="39">
                  <c:v>14469.607164360899</c:v>
                </c:pt>
                <c:pt idx="40">
                  <c:v>14845.291479215082</c:v>
                </c:pt>
                <c:pt idx="41">
                  <c:v>15221.092509763812</c:v>
                </c:pt>
                <c:pt idx="42">
                  <c:v>15597.007443659073</c:v>
                </c:pt>
                <c:pt idx="43">
                  <c:v>15973.033601700752</c:v>
                </c:pt>
                <c:pt idx="44">
                  <c:v>16349.168428580881</c:v>
                </c:pt>
                <c:pt idx="45">
                  <c:v>16725.409484467258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DD7-4BCE-A8E8-A06DF0950631}"/>
            </c:ext>
          </c:extLst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'Front strategy'!$AE$30:$AE$75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strategy'!$AH$30:$AH$75</c:f>
              <c:numCache>
                <c:formatCode>0</c:formatCode>
                <c:ptCount val="46"/>
                <c:pt idx="0">
                  <c:v>0</c:v>
                </c:pt>
                <c:pt idx="1">
                  <c:v>65.235018916166197</c:v>
                </c:pt>
                <c:pt idx="2">
                  <c:v>194.69154622720325</c:v>
                </c:pt>
                <c:pt idx="3">
                  <c:v>369.08472651773582</c:v>
                </c:pt>
                <c:pt idx="4">
                  <c:v>581.04985331652688</c:v>
                </c:pt>
                <c:pt idx="5">
                  <c:v>826.20191961833598</c:v>
                </c:pt>
                <c:pt idx="6">
                  <c:v>1101.5199702314342</c:v>
                </c:pt>
                <c:pt idx="7">
                  <c:v>1404.7500033944652</c:v>
                </c:pt>
                <c:pt idx="8">
                  <c:v>1734.1221978131455</c:v>
                </c:pt>
                <c:pt idx="9">
                  <c:v>2088.196456626054</c:v>
                </c:pt>
                <c:pt idx="10">
                  <c:v>2465.7696418099035</c:v>
                </c:pt>
                <c:pt idx="11">
                  <c:v>2865.8159211804236</c:v>
                </c:pt>
                <c:pt idx="12">
                  <c:v>3287.446371098627</c:v>
                </c:pt>
                <c:pt idx="13">
                  <c:v>3729.8804836901872</c:v>
                </c:pt>
                <c:pt idx="14">
                  <c:v>4192.4253992323402</c:v>
                </c:pt>
                <c:pt idx="15">
                  <c:v>4674.4603529990472</c:v>
                </c:pt>
                <c:pt idx="16">
                  <c:v>5175.4247587945492</c:v>
                </c:pt>
                <c:pt idx="17">
                  <c:v>5694.8088997447121</c:v>
                </c:pt>
                <c:pt idx="18">
                  <c:v>6232.14653297116</c:v>
                </c:pt>
                <c:pt idx="19">
                  <c:v>6787.0089281870441</c:v>
                </c:pt>
                <c:pt idx="20">
                  <c:v>7359</c:v>
                </c:pt>
                <c:pt idx="21">
                  <c:v>7947.752287692676</c:v>
                </c:pt>
                <c:pt idx="22">
                  <c:v>8552.9236009600572</c:v>
                </c:pt>
                <c:pt idx="23">
                  <c:v>9174.1941955728525</c:v>
                </c:pt>
                <c:pt idx="24">
                  <c:v>9811.26437551456</c:v>
                </c:pt>
                <c:pt idx="25">
                  <c:v>10463.852441864819</c:v>
                </c:pt>
                <c:pt idx="26">
                  <c:v>11131.692926241398</c:v>
                </c:pt>
                <c:pt idx="27">
                  <c:v>11814.535059759686</c:v>
                </c:pt>
                <c:pt idx="28">
                  <c:v>12512.141438445584</c:v>
                </c:pt>
                <c:pt idx="29">
                  <c:v>13224.286853697227</c:v>
                </c:pt>
                <c:pt idx="30">
                  <c:v>13950.757262333109</c:v>
                </c:pt>
                <c:pt idx="31">
                  <c:v>14691.348875419493</c:v>
                </c:pt>
                <c:pt idx="32">
                  <c:v>15445.867348749414</c:v>
                </c:pt>
                <c:pt idx="33">
                  <c:v>16214.127060779148</c:v>
                </c:pt>
                <c:pt idx="34">
                  <c:v>16995.950466183993</c:v>
                </c:pt>
                <c:pt idx="35">
                  <c:v>17791.167515102163</c:v>
                </c:pt>
                <c:pt idx="36">
                  <c:v>18599.615129688795</c:v>
                </c:pt>
                <c:pt idx="37">
                  <c:v>19421.136730875765</c:v>
                </c:pt>
                <c:pt idx="38">
                  <c:v>20255.581809283613</c:v>
                </c:pt>
                <c:pt idx="39">
                  <c:v>21102.805535103176</c:v>
                </c:pt>
                <c:pt idx="40">
                  <c:v>21962.66840249105</c:v>
                </c:pt>
                <c:pt idx="41">
                  <c:v>22835.035904632441</c:v>
                </c:pt>
                <c:pt idx="42">
                  <c:v>23719.778236137216</c:v>
                </c:pt>
                <c:pt idx="43">
                  <c:v>24616.77001986916</c:v>
                </c:pt>
                <c:pt idx="44">
                  <c:v>25525.890055676755</c:v>
                </c:pt>
                <c:pt idx="45">
                  <c:v>26447.021088808258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1DD7-4BCE-A8E8-A06DF0950631}"/>
            </c:ext>
          </c:extLst>
        </c:ser>
        <c:ser>
          <c:idx val="3"/>
          <c:order val="3"/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'Front strategy'!$AE$30:$AE$75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strategy'!$AI$30:$AI$75</c:f>
              <c:numCache>
                <c:formatCode>0</c:formatCode>
                <c:ptCount val="46"/>
                <c:pt idx="0">
                  <c:v>0</c:v>
                </c:pt>
                <c:pt idx="1">
                  <c:v>8.8241704477384406</c:v>
                </c:pt>
                <c:pt idx="2">
                  <c:v>41.837254704260651</c:v>
                </c:pt>
                <c:pt idx="3">
                  <c:v>103.97599110396074</c:v>
                </c:pt>
                <c:pt idx="4">
                  <c:v>198.35925558733749</c:v>
                </c:pt>
                <c:pt idx="5">
                  <c:v>327.37101242203164</c:v>
                </c:pt>
                <c:pt idx="6">
                  <c:v>492.97212114247276</c:v>
                </c:pt>
                <c:pt idx="7">
                  <c:v>696.84311813552938</c:v>
                </c:pt>
                <c:pt idx="8">
                  <c:v>940.46310053789659</c:v>
                </c:pt>
                <c:pt idx="9">
                  <c:v>1225.1584202820663</c:v>
                </c:pt>
                <c:pt idx="10">
                  <c:v>1552.1350715751951</c:v>
                </c:pt>
                <c:pt idx="11">
                  <c:v>1922.501429278331</c:v>
                </c:pt>
                <c:pt idx="12">
                  <c:v>2337.2848832065779</c:v>
                </c:pt>
                <c:pt idx="13">
                  <c:v>2797.4444078498882</c:v>
                </c:pt>
                <c:pt idx="14">
                  <c:v>3303.8803131708819</c:v>
                </c:pt>
                <c:pt idx="15">
                  <c:v>3857.4419745044288</c:v>
                </c:pt>
                <c:pt idx="16">
                  <c:v>4458.9340732019555</c:v>
                </c:pt>
                <c:pt idx="17">
                  <c:v>5109.1217139584087</c:v>
                </c:pt>
                <c:pt idx="18">
                  <c:v>5808.7346777789407</c:v>
                </c:pt>
                <c:pt idx="19">
                  <c:v>6558.4709982547747</c:v>
                </c:pt>
                <c:pt idx="20">
                  <c:v>7359.0000000000009</c:v>
                </c:pt>
                <c:pt idx="21">
                  <c:v>8210.9649038664757</c:v>
                </c:pt>
                <c:pt idx="22">
                  <c:v>9114.9850790378587</c:v>
                </c:pt>
                <c:pt idx="23">
                  <c:v>10071.658004218674</c:v>
                </c:pt>
                <c:pt idx="24">
                  <c:v>11081.560986867991</c:v>
                </c:pt>
                <c:pt idx="25">
                  <c:v>12145.252679439483</c:v>
                </c:pt>
                <c:pt idx="26">
                  <c:v>13263.274423968218</c:v>
                </c:pt>
                <c:pt idx="27">
                  <c:v>14436.151450456051</c:v>
                </c:pt>
                <c:pt idx="28">
                  <c:v>15664.393949909327</c:v>
                </c:pt>
                <c:pt idx="29">
                  <c:v>16948.498039251273</c:v>
                </c:pt>
                <c:pt idx="30">
                  <c:v>18288.946632440598</c:v>
                </c:pt>
                <c:pt idx="31">
                  <c:v>19686.210229803335</c:v>
                </c:pt>
                <c:pt idx="32">
                  <c:v>21140.747635701842</c:v>
                </c:pt>
                <c:pt idx="33">
                  <c:v>22653.006613128906</c:v>
                </c:pt>
                <c:pt idx="34">
                  <c:v>24223.424482550567</c:v>
                </c:pt>
                <c:pt idx="35">
                  <c:v>25852.428671277601</c:v>
                </c:pt>
                <c:pt idx="36">
                  <c:v>27540.437218774845</c:v>
                </c:pt>
                <c:pt idx="37">
                  <c:v>29287.85924259025</c:v>
                </c:pt>
                <c:pt idx="38">
                  <c:v>31095.095368972037</c:v>
                </c:pt>
                <c:pt idx="39">
                  <c:v>32962.538131725618</c:v>
                </c:pt>
                <c:pt idx="40">
                  <c:v>34890.572342419036</c:v>
                </c:pt>
                <c:pt idx="41">
                  <c:v>36879.575434673025</c:v>
                </c:pt>
                <c:pt idx="42">
                  <c:v>38929.917784945894</c:v>
                </c:pt>
                <c:pt idx="43">
                  <c:v>41041.963011949432</c:v>
                </c:pt>
                <c:pt idx="44">
                  <c:v>43216.068256589249</c:v>
                </c:pt>
                <c:pt idx="45">
                  <c:v>45452.584444117456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1DD7-4BCE-A8E8-A06DF0950631}"/>
            </c:ext>
          </c:extLst>
        </c:ser>
        <c:ser>
          <c:idx val="4"/>
          <c:order val="4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'Front strategy'!$AE$30:$AE$75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strategy'!$AJ$30:$AJ$75</c:f>
              <c:numCache>
                <c:formatCode>0</c:formatCode>
                <c:ptCount val="46"/>
                <c:pt idx="0">
                  <c:v>0</c:v>
                </c:pt>
                <c:pt idx="1">
                  <c:v>0.87741364374327513</c:v>
                </c:pt>
                <c:pt idx="2">
                  <c:v>7.0964848002614183</c:v>
                </c:pt>
                <c:pt idx="3">
                  <c:v>24.104325665353539</c:v>
                </c:pt>
                <c:pt idx="4">
                  <c:v>57.39607182935071</c:v>
                </c:pt>
                <c:pt idx="5">
                  <c:v>112.49701936927505</c:v>
                </c:pt>
                <c:pt idx="6">
                  <c:v>194.95477637544266</c:v>
                </c:pt>
                <c:pt idx="7">
                  <c:v>310.33472194699829</c:v>
                </c:pt>
                <c:pt idx="8">
                  <c:v>464.21702493023463</c:v>
                </c:pt>
                <c:pt idx="9">
                  <c:v>662.19453039577218</c:v>
                </c:pt>
                <c:pt idx="10">
                  <c:v>909.87118073851377</c:v>
                </c:pt>
                <c:pt idx="11">
                  <c:v>1212.8607902236215</c:v>
                </c:pt>
                <c:pt idx="12">
                  <c:v>1576.7860656740531</c:v>
                </c:pt>
                <c:pt idx="13">
                  <c:v>2007.2778055861882</c:v>
                </c:pt>
                <c:pt idx="14">
                  <c:v>2509.9742327856939</c:v>
                </c:pt>
                <c:pt idx="15">
                  <c:v>3090.5204296686375</c:v>
                </c:pt>
                <c:pt idx="16">
                  <c:v>3754.5678539777487</c:v>
                </c:pt>
                <c:pt idx="17">
                  <c:v>4507.773918975382</c:v>
                </c:pt>
                <c:pt idx="18">
                  <c:v>5355.8016259259457</c:v>
                </c:pt>
                <c:pt idx="19">
                  <c:v>6304.3192396539007</c:v>
                </c:pt>
                <c:pt idx="20">
                  <c:v>7359</c:v>
                </c:pt>
                <c:pt idx="21">
                  <c:v>8525.5218635124111</c:v>
                </c:pt>
                <c:pt idx="22">
                  <c:v>9809.5672708428228</c:v>
                </c:pt>
                <c:pt idx="23">
                  <c:v>11216.82293618159</c:v>
                </c:pt>
                <c:pt idx="24">
                  <c:v>12752.979655732273</c:v>
                </c:pt>
                <c:pt idx="25">
                  <c:v>14423.732132747611</c:v>
                </c:pt>
                <c:pt idx="26">
                  <c:v>16234.778817061955</c:v>
                </c:pt>
                <c:pt idx="27">
                  <c:v>18191.821757385216</c:v>
                </c:pt>
                <c:pt idx="28">
                  <c:v>20300.566464889795</c:v>
                </c:pt>
                <c:pt idx="29">
                  <c:v>22566.721786840204</c:v>
                </c:pt>
                <c:pt idx="30">
                  <c:v>24995.999789191759</c:v>
                </c:pt>
                <c:pt idx="31">
                  <c:v>27594.115647234568</c:v>
                </c:pt>
                <c:pt idx="32">
                  <c:v>30366.787543480619</c:v>
                </c:pt>
                <c:pt idx="33">
                  <c:v>33319.736572095273</c:v>
                </c:pt>
                <c:pt idx="34">
                  <c:v>36458.686649262425</c:v>
                </c:pt>
                <c:pt idx="35">
                  <c:v>39789.364428945373</c:v>
                </c:pt>
                <c:pt idx="36">
                  <c:v>43317.499223569794</c:v>
                </c:pt>
                <c:pt idx="37">
                  <c:v>47048.82292920749</c:v>
                </c:pt>
                <c:pt idx="38">
                  <c:v>50989.06995488856</c:v>
                </c:pt>
                <c:pt idx="39">
                  <c:v>55143.977155707937</c:v>
                </c:pt>
                <c:pt idx="40">
                  <c:v>59519.283769428097</c:v>
                </c:pt>
                <c:pt idx="41">
                  <c:v>64120.73135630945</c:v>
                </c:pt>
                <c:pt idx="42">
                  <c:v>68954.063741929407</c:v>
                </c:pt>
                <c:pt idx="43">
                  <c:v>74025.02696276916</c:v>
                </c:pt>
                <c:pt idx="44">
                  <c:v>79339.369214375212</c:v>
                </c:pt>
                <c:pt idx="45">
                  <c:v>84902.840801912404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1DD7-4BCE-A8E8-A06DF0950631}"/>
            </c:ext>
          </c:extLst>
        </c:ser>
        <c:ser>
          <c:idx val="5"/>
          <c:order val="5"/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'Front strategy'!$AE$30:$AE$75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strategy'!$AK$30:$AK$75</c:f>
              <c:numCache>
                <c:formatCode>0</c:formatCode>
                <c:ptCount val="46"/>
                <c:pt idx="0">
                  <c:v>0</c:v>
                </c:pt>
                <c:pt idx="1">
                  <c:v>6.4131629920185937E-2</c:v>
                </c:pt>
                <c:pt idx="2">
                  <c:v>0.95013953164630105</c:v>
                </c:pt>
                <c:pt idx="3">
                  <c:v>4.5984537855776306</c:v>
                </c:pt>
                <c:pt idx="4">
                  <c:v>14.076753245170522</c:v>
                </c:pt>
                <c:pt idx="5">
                  <c:v>33.526528196021644</c:v>
                </c:pt>
                <c:pt idx="6">
                  <c:v>68.128203377389212</c:v>
                </c:pt>
                <c:pt idx="7">
                  <c:v>124.07523437428543</c:v>
                </c:pt>
                <c:pt idx="8">
                  <c:v>208.55356010929947</c:v>
                </c:pt>
                <c:pt idx="9">
                  <c:v>329.7246186384146</c:v>
                </c:pt>
                <c:pt idx="10">
                  <c:v>496.71090283435893</c:v>
                </c:pt>
                <c:pt idx="11">
                  <c:v>719.58341613102675</c:v>
                </c:pt>
                <c:pt idx="12">
                  <c:v>1009.3506017148943</c:v>
                </c:pt>
                <c:pt idx="13">
                  <c:v>1377.9484466285528</c:v>
                </c:pt>
                <c:pt idx="14">
                  <c:v>1838.2315438420201</c:v>
                </c:pt>
                <c:pt idx="15">
                  <c:v>2403.964949778152</c:v>
                </c:pt>
                <c:pt idx="16">
                  <c:v>3089.8167124713605</c:v>
                </c:pt>
                <c:pt idx="17">
                  <c:v>3911.3509724596024</c:v>
                </c:pt>
                <c:pt idx="18">
                  <c:v>4885.02155824281</c:v>
                </c:pt>
                <c:pt idx="19">
                  <c:v>6028.1660129304419</c:v>
                </c:pt>
                <c:pt idx="20">
                  <c:v>7359</c:v>
                </c:pt>
                <c:pt idx="21">
                  <c:v>8896.612044866768</c:v>
                </c:pt>
                <c:pt idx="22">
                  <c:v>10660.9585758864</c:v>
                </c:pt>
                <c:pt idx="23">
                  <c:v>12672.859233941716</c:v>
                </c:pt>
                <c:pt idx="24">
                  <c:v>14953.992424234981</c:v>
                </c:pt>
                <c:pt idx="25">
                  <c:v>17526.891087557371</c:v>
                </c:pt>
                <c:pt idx="26">
                  <c:v>20414.938671320229</c:v>
                </c:pt>
                <c:pt idx="27">
                  <c:v>23642.365283136402</c:v>
                </c:pt>
                <c:pt idx="28">
                  <c:v>27234.244011842358</c:v>
                </c:pt>
                <c:pt idx="29">
                  <c:v>31216.48740262536</c:v>
                </c:pt>
                <c:pt idx="30">
                  <c:v>35615.844074429144</c:v>
                </c:pt>
                <c:pt idx="31">
                  <c:v>40459.895469104362</c:v>
                </c:pt>
                <c:pt idx="32">
                  <c:v>45777.052722878005</c:v>
                </c:pt>
                <c:pt idx="33">
                  <c:v>51596.553651680588</c:v>
                </c:pt>
                <c:pt idx="34">
                  <c:v>57948.45984270444</c:v>
                </c:pt>
                <c:pt idx="35">
                  <c:v>64863.653845294539</c:v>
                </c:pt>
                <c:pt idx="36">
                  <c:v>72373.836454918695</c:v>
                </c:pt>
                <c:pt idx="37">
                  <c:v>80511.52408452105</c:v>
                </c:pt>
                <c:pt idx="38">
                  <c:v>89310.046218068645</c:v>
                </c:pt>
                <c:pt idx="39">
                  <c:v>98803.54294153738</c:v>
                </c:pt>
                <c:pt idx="40">
                  <c:v>109026.96254698368</c:v>
                </c:pt>
                <c:pt idx="41">
                  <c:v>120016.05920569283</c:v>
                </c:pt>
                <c:pt idx="42">
                  <c:v>131807.39070671756</c:v>
                </c:pt>
                <c:pt idx="43">
                  <c:v>144438.31625739994</c:v>
                </c:pt>
                <c:pt idx="44">
                  <c:v>157946.99434272441</c:v>
                </c:pt>
                <c:pt idx="45">
                  <c:v>172372.38064058282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1DD7-4BCE-A8E8-A06DF0950631}"/>
            </c:ext>
          </c:extLst>
        </c:ser>
        <c:ser>
          <c:idx val="6"/>
          <c:order val="6"/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'Front strategy'!$AE$30:$AE$75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strategy'!$AL$30:$AL$75</c:f>
              <c:numCache>
                <c:formatCode>0</c:formatCode>
                <c:ptCount val="46"/>
                <c:pt idx="0">
                  <c:v>0</c:v>
                </c:pt>
                <c:pt idx="1">
                  <c:v>3.4457008613797673E-3</c:v>
                </c:pt>
                <c:pt idx="2">
                  <c:v>0.10041428766008494</c:v>
                </c:pt>
                <c:pt idx="3">
                  <c:v>0.72191088205860365</c:v>
                </c:pt>
                <c:pt idx="4">
                  <c:v>2.9262636461845162</c:v>
                </c:pt>
                <c:pt idx="5">
                  <c:v>8.6652864214596477</c:v>
                </c:pt>
                <c:pt idx="6">
                  <c:v>21.037858448034552</c:v>
                </c:pt>
                <c:pt idx="7">
                  <c:v>44.53477058883422</c:v>
                </c:pt>
                <c:pt idx="8">
                  <c:v>85.27689760612553</c:v>
                </c:pt>
                <c:pt idx="9">
                  <c:v>151.24798773911678</c:v>
                </c:pt>
                <c:pt idx="10">
                  <c:v>252.52295494770735</c:v>
                </c:pt>
                <c:pt idx="11">
                  <c:v>401.49231798035987</c:v>
                </c:pt>
                <c:pt idx="12">
                  <c:v>613.08327534479508</c:v>
                </c:pt>
                <c:pt idx="13">
                  <c:v>904.97779970133695</c:v>
                </c:pt>
                <c:pt idx="14">
                  <c:v>1297.8280601504071</c:v>
                </c:pt>
                <c:pt idx="15">
                  <c:v>1815.4694256603154</c:v>
                </c:pt>
                <c:pt idx="16">
                  <c:v>2485.1312610904342</c:v>
                </c:pt>
                <c:pt idx="17">
                  <c:v>3337.645694898009</c:v>
                </c:pt>
                <c:pt idx="18">
                  <c:v>4407.654512052769</c:v>
                </c:pt>
                <c:pt idx="19">
                  <c:v>5733.814305152323</c:v>
                </c:pt>
                <c:pt idx="20">
                  <c:v>7359</c:v>
                </c:pt>
                <c:pt idx="21">
                  <c:v>9330.5068580993848</c:v>
                </c:pt>
                <c:pt idx="22">
                  <c:v>11700.251046996147</c:v>
                </c:pt>
                <c:pt idx="23">
                  <c:v>14524.968859684132</c:v>
                </c:pt>
                <c:pt idx="24">
                  <c:v>17866.414656032539</c:v>
                </c:pt>
                <c:pt idx="25">
                  <c:v>21791.557592107885</c:v>
                </c:pt>
                <c:pt idx="26">
                  <c:v>26372.777197151256</c:v>
                </c:pt>
                <c:pt idx="27">
                  <c:v>31688.057852651931</c:v>
                </c:pt>
                <c:pt idx="28">
                  <c:v>37821.182223313641</c:v>
                </c:pt>
                <c:pt idx="29">
                  <c:v>44861.923685619739</c:v>
                </c:pt>
                <c:pt idx="30">
                  <c:v>52906.237796088164</c:v>
                </c:pt>
                <c:pt idx="31">
                  <c:v>62056.452838106212</c:v>
                </c:pt>
                <c:pt idx="32">
                  <c:v>72421.459483363331</c:v>
                </c:pt>
                <c:pt idx="33">
                  <c:v>84116.899601346478</c:v>
                </c:pt>
                <c:pt idx="34">
                  <c:v>97265.354248055592</c:v>
                </c:pt>
                <c:pt idx="35">
                  <c:v>111996.53086301778</c:v>
                </c:pt>
                <c:pt idx="36">
                  <c:v>128447.44970180353</c:v>
                </c:pt>
                <c:pt idx="37">
                  <c:v>146762.62952953181</c:v>
                </c:pt>
                <c:pt idx="38">
                  <c:v>167094.27259931239</c:v>
                </c:pt>
                <c:pt idx="39">
                  <c:v>189602.44893813538</c:v>
                </c:pt>
                <c:pt idx="40">
                  <c:v>214455.27996143806</c:v>
                </c:pt>
                <c:pt idx="41">
                  <c:v>241829.12143637452</c:v>
                </c:pt>
                <c:pt idx="42">
                  <c:v>271908.74581272202</c:v>
                </c:pt>
                <c:pt idx="43">
                  <c:v>304887.52393935469</c:v>
                </c:pt>
                <c:pt idx="44">
                  <c:v>340967.60618326714</c:v>
                </c:pt>
                <c:pt idx="45">
                  <c:v>380360.10296728194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1DD7-4BCE-A8E8-A06DF0950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0957551"/>
        <c:axId val="1917727967"/>
      </c:scatterChart>
      <c:valAx>
        <c:axId val="560957551"/>
        <c:scaling>
          <c:orientation val="minMax"/>
          <c:max val="2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7727967"/>
        <c:crosses val="autoZero"/>
        <c:crossBetween val="midCat"/>
      </c:valAx>
      <c:valAx>
        <c:axId val="1917727967"/>
        <c:scaling>
          <c:orientation val="minMax"/>
          <c:max val="1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09575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Ride</a:t>
            </a:r>
            <a:r>
              <a:rPr lang="en-US" baseline="0"/>
              <a:t> frequency </a:t>
            </a:r>
            <a:r>
              <a:rPr lang="en-US"/>
              <a:t>vs speed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strategy'!$AP$30:$AP$75</c:f>
              <c:numCache>
                <c:formatCode>0</c:formatCode>
                <c:ptCount val="46"/>
                <c:pt idx="0">
                  <c:v>0</c:v>
                </c:pt>
                <c:pt idx="1">
                  <c:v>74.92793395667222</c:v>
                </c:pt>
                <c:pt idx="2">
                  <c:v>106.32090712017387</c:v>
                </c:pt>
                <c:pt idx="3">
                  <c:v>130.47267777299783</c:v>
                </c:pt>
                <c:pt idx="4">
                  <c:v>150.86772418622283</c:v>
                </c:pt>
                <c:pt idx="5">
                  <c:v>168.85845159503211</c:v>
                </c:pt>
                <c:pt idx="6">
                  <c:v>185.13939668240678</c:v>
                </c:pt>
                <c:pt idx="7">
                  <c:v>200.12357525324524</c:v>
                </c:pt>
                <c:pt idx="8">
                  <c:v>214.080318281286</c:v>
                </c:pt>
                <c:pt idx="9">
                  <c:v>227.19683809270234</c:v>
                </c:pt>
                <c:pt idx="10">
                  <c:v>239.60952786450878</c:v>
                </c:pt>
                <c:pt idx="11">
                  <c:v>251.42141022355977</c:v>
                </c:pt>
                <c:pt idx="12">
                  <c:v>262.71256309437302</c:v>
                </c:pt>
                <c:pt idx="13">
                  <c:v>273.54669680927128</c:v>
                </c:pt>
                <c:pt idx="14">
                  <c:v>283.97548865814611</c:v>
                </c:pt>
                <c:pt idx="15">
                  <c:v>294.04154424635266</c:v>
                </c:pt>
                <c:pt idx="16">
                  <c:v>303.78048272293853</c:v>
                </c:pt>
                <c:pt idx="17">
                  <c:v>313.22244332312988</c:v>
                </c:pt>
                <c:pt idx="18">
                  <c:v>322.39319820879814</c:v>
                </c:pt>
                <c:pt idx="19">
                  <c:v>331.31499051505875</c:v>
                </c:pt>
                <c:pt idx="20">
                  <c:v>340.00717626029854</c:v>
                </c:pt>
                <c:pt idx="21">
                  <c:v>348.48672347459916</c:v>
                </c:pt>
                <c:pt idx="22">
                  <c:v>356.76860555078196</c:v>
                </c:pt>
                <c:pt idx="23">
                  <c:v>364.86611499460963</c:v>
                </c:pt>
                <c:pt idx="24">
                  <c:v>372.7911164222391</c:v>
                </c:pt>
                <c:pt idx="25">
                  <c:v>380.55425259479381</c:v>
                </c:pt>
                <c:pt idx="26">
                  <c:v>388.16511372630725</c:v>
                </c:pt>
                <c:pt idx="27">
                  <c:v>395.63237776427076</c:v>
                </c:pt>
                <c:pt idx="28">
                  <c:v>402.96392750405982</c:v>
                </c:pt>
                <c:pt idx="29">
                  <c:v>410.16694904898043</c:v>
                </c:pt>
                <c:pt idx="30">
                  <c:v>417.24801512448983</c:v>
                </c:pt>
                <c:pt idx="31">
                  <c:v>424.21315600087036</c:v>
                </c:pt>
                <c:pt idx="32">
                  <c:v>431.06792020551256</c:v>
                </c:pt>
                <c:pt idx="33">
                  <c:v>437.81742676619933</c:v>
                </c:pt>
                <c:pt idx="34">
                  <c:v>444.46641038627121</c:v>
                </c:pt>
                <c:pt idx="35">
                  <c:v>451.01926068663323</c:v>
                </c:pt>
                <c:pt idx="36">
                  <c:v>457.48005644025085</c:v>
                </c:pt>
                <c:pt idx="37">
                  <c:v>463.8525955587823</c:v>
                </c:pt>
                <c:pt idx="38">
                  <c:v>470.14042145843399</c:v>
                </c:pt>
                <c:pt idx="39">
                  <c:v>476.34684632555877</c:v>
                </c:pt>
                <c:pt idx="40">
                  <c:v>482.47497171631676</c:v>
                </c:pt>
                <c:pt idx="41">
                  <c:v>488.52770685458631</c:v>
                </c:pt>
                <c:pt idx="42">
                  <c:v>494.5077849349272</c:v>
                </c:pt>
                <c:pt idx="43">
                  <c:v>500.41777769020587</c:v>
                </c:pt>
                <c:pt idx="44">
                  <c:v>506.26010844448246</c:v>
                </c:pt>
                <c:pt idx="45">
                  <c:v>512.03706383935753</c:v>
                </c:pt>
              </c:numCache>
            </c:numRef>
          </c:xVal>
          <c:yVal>
            <c:numRef>
              <c:f>'Front strategy'!$BH$30:$BH$75</c:f>
              <c:numCache>
                <c:formatCode>0.00</c:formatCode>
                <c:ptCount val="46"/>
                <c:pt idx="0">
                  <c:v>2.3001666136806769</c:v>
                </c:pt>
                <c:pt idx="1">
                  <c:v>4.927467737200165</c:v>
                </c:pt>
                <c:pt idx="2">
                  <c:v>4.9441045538082529</c:v>
                </c:pt>
                <c:pt idx="3">
                  <c:v>4.9538769460501886</c:v>
                </c:pt>
                <c:pt idx="4">
                  <c:v>4.9608287377365388</c:v>
                </c:pt>
                <c:pt idx="5">
                  <c:v>4.9662313708347572</c:v>
                </c:pt>
                <c:pt idx="6">
                  <c:v>4.9706524003028845</c:v>
                </c:pt>
                <c:pt idx="7">
                  <c:v>4.9743950733343016</c:v>
                </c:pt>
                <c:pt idx="8">
                  <c:v>4.977640642327267</c:v>
                </c:pt>
                <c:pt idx="9">
                  <c:v>4.9805061501276997</c:v>
                </c:pt>
                <c:pt idx="10">
                  <c:v>4.9830715905651779</c:v>
                </c:pt>
                <c:pt idx="11">
                  <c:v>4.985394069029792</c:v>
                </c:pt>
                <c:pt idx="12">
                  <c:v>4.9875157824977387</c:v>
                </c:pt>
                <c:pt idx="13">
                  <c:v>4.9894687981722132</c:v>
                </c:pt>
                <c:pt idx="14">
                  <c:v>4.9912780582941734</c:v>
                </c:pt>
                <c:pt idx="15">
                  <c:v>4.9929633470509982</c:v>
                </c:pt>
                <c:pt idx="16">
                  <c:v>4.9945406221916961</c:v>
                </c:pt>
                <c:pt idx="17">
                  <c:v>4.9960229427483114</c:v>
                </c:pt>
                <c:pt idx="18">
                  <c:v>4.9974211315231161</c:v>
                </c:pt>
                <c:pt idx="19">
                  <c:v>4.9987442584516639</c:v>
                </c:pt>
                <c:pt idx="20">
                  <c:v>5</c:v>
                </c:pt>
                <c:pt idx="21">
                  <c:v>5.0011949108998479</c:v>
                </c:pt>
                <c:pt idx="22">
                  <c:v>5.0023346326955354</c:v>
                </c:pt>
                <c:pt idx="23">
                  <c:v>5.003424055957268</c:v>
                </c:pt>
                <c:pt idx="24">
                  <c:v>5.0044674479921358</c:v>
                </c:pt>
                <c:pt idx="25">
                  <c:v>5.0054685545025643</c:v>
                </c:pt>
                <c:pt idx="26">
                  <c:v>5.0064306813217119</c:v>
                </c:pt>
                <c:pt idx="27">
                  <c:v>5.0073567607359379</c:v>
                </c:pt>
                <c:pt idx="28">
                  <c:v>5.0082494057563451</c:v>
                </c:pt>
                <c:pt idx="29">
                  <c:v>5.0091109548756307</c:v>
                </c:pt>
                <c:pt idx="30">
                  <c:v>5.0099435092447049</c:v>
                </c:pt>
                <c:pt idx="31">
                  <c:v>5.0107489637596379</c:v>
                </c:pt>
                <c:pt idx="32">
                  <c:v>5.0115290332182987</c:v>
                </c:pt>
                <c:pt idx="33">
                  <c:v>5.0122852744564259</c:v>
                </c:pt>
                <c:pt idx="34">
                  <c:v>5.0130191051828223</c:v>
                </c:pt>
                <c:pt idx="35">
                  <c:v>5.0137318200873846</c:v>
                </c:pt>
                <c:pt idx="36">
                  <c:v>5.0144246046826009</c:v>
                </c:pt>
                <c:pt idx="37">
                  <c:v>5.0150985472508571</c:v>
                </c:pt>
                <c:pt idx="38">
                  <c:v>5.0157546492003959</c:v>
                </c:pt>
                <c:pt idx="39">
                  <c:v>5.0163938340777552</c:v>
                </c:pt>
                <c:pt idx="40">
                  <c:v>5.0170169554406172</c:v>
                </c:pt>
                <c:pt idx="41">
                  <c:v>5.01762480375975</c:v>
                </c:pt>
                <c:pt idx="42">
                  <c:v>5.018218112490322</c:v>
                </c:pt>
                <c:pt idx="43">
                  <c:v>5.0187975634297342</c:v>
                </c:pt>
                <c:pt idx="44">
                  <c:v>5.0193637914603215</c:v>
                </c:pt>
                <c:pt idx="45">
                  <c:v>5.0199173887597786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148-4DAE-AD04-DE1843A3883C}"/>
            </c:ext>
          </c:extLst>
        </c:ser>
        <c:ser>
          <c:idx val="2"/>
          <c:order val="1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strategy'!$AQ$30:$AQ$75</c:f>
              <c:numCache>
                <c:formatCode>0</c:formatCode>
                <c:ptCount val="46"/>
                <c:pt idx="0">
                  <c:v>0</c:v>
                </c:pt>
                <c:pt idx="1">
                  <c:v>45.1777301543585</c:v>
                </c:pt>
                <c:pt idx="2">
                  <c:v>69.823605694801913</c:v>
                </c:pt>
                <c:pt idx="3">
                  <c:v>90.910473109100948</c:v>
                </c:pt>
                <c:pt idx="4">
                  <c:v>110.08265575016497</c:v>
                </c:pt>
                <c:pt idx="5">
                  <c:v>127.99063269258001</c:v>
                </c:pt>
                <c:pt idx="6">
                  <c:v>144.97458864123723</c:v>
                </c:pt>
                <c:pt idx="7">
                  <c:v>161.24030806915928</c:v>
                </c:pt>
                <c:pt idx="8">
                  <c:v>176.9241575733318</c:v>
                </c:pt>
                <c:pt idx="9">
                  <c:v>192.12236894525364</c:v>
                </c:pt>
                <c:pt idx="10">
                  <c:v>206.9060579363655</c:v>
                </c:pt>
                <c:pt idx="11">
                  <c:v>221.32966964114016</c:v>
                </c:pt>
                <c:pt idx="12">
                  <c:v>235.43606772080105</c:v>
                </c:pt>
                <c:pt idx="13">
                  <c:v>249.25977158207985</c:v>
                </c:pt>
                <c:pt idx="14">
                  <c:v>262.82910704515143</c:v>
                </c:pt>
                <c:pt idx="15">
                  <c:v>276.16768723790011</c:v>
                </c:pt>
                <c:pt idx="16">
                  <c:v>289.29546334247772</c:v>
                </c:pt>
                <c:pt idx="17">
                  <c:v>302.22948939364227</c:v>
                </c:pt>
                <c:pt idx="18">
                  <c:v>314.98449130547397</c:v>
                </c:pt>
                <c:pt idx="19">
                  <c:v>327.57329840883881</c:v>
                </c:pt>
                <c:pt idx="20">
                  <c:v>340.00717626029854</c:v>
                </c:pt>
                <c:pt idx="21">
                  <c:v>352.29608715358961</c:v>
                </c:pt>
                <c:pt idx="22">
                  <c:v>364.44889676008086</c:v>
                </c:pt>
                <c:pt idx="23">
                  <c:v>376.47353999942038</c:v>
                </c:pt>
                <c:pt idx="24">
                  <c:v>388.37715562100487</c:v>
                </c:pt>
                <c:pt idx="25">
                  <c:v>400.16619646675593</c:v>
                </c:pt>
                <c:pt idx="26">
                  <c:v>411.84652061442949</c:v>
                </c:pt>
                <c:pt idx="27">
                  <c:v>423.42346733066017</c:v>
                </c:pt>
                <c:pt idx="28">
                  <c:v>434.90192083892327</c:v>
                </c:pt>
                <c:pt idx="29">
                  <c:v>446.28636422628438</c:v>
                </c:pt>
                <c:pt idx="30">
                  <c:v>457.58092530424028</c:v>
                </c:pt>
                <c:pt idx="31">
                  <c:v>468.78941585501531</c:v>
                </c:pt>
                <c:pt idx="32">
                  <c:v>479.91536540177128</c:v>
                </c:pt>
                <c:pt idx="33">
                  <c:v>490.96205041555316</c:v>
                </c:pt>
                <c:pt idx="34">
                  <c:v>501.93251969639221</c:v>
                </c:pt>
                <c:pt idx="35">
                  <c:v>512.82961652848905</c:v>
                </c:pt>
                <c:pt idx="36">
                  <c:v>523.65599810075639</c:v>
                </c:pt>
                <c:pt idx="37">
                  <c:v>534.41415259751602</c:v>
                </c:pt>
                <c:pt idx="38">
                  <c:v>545.10641429483417</c:v>
                </c:pt>
                <c:pt idx="39">
                  <c:v>555.73497694204548</c:v>
                </c:pt>
                <c:pt idx="40">
                  <c:v>566.30190566261922</c:v>
                </c:pt>
                <c:pt idx="41">
                  <c:v>576.80914757145513</c:v>
                </c:pt>
                <c:pt idx="42">
                  <c:v>587.25854127525622</c:v>
                </c:pt>
                <c:pt idx="43">
                  <c:v>597.65182539751049</c:v>
                </c:pt>
                <c:pt idx="44">
                  <c:v>607.99064624878156</c:v>
                </c:pt>
                <c:pt idx="45">
                  <c:v>618.27656474565003</c:v>
                </c:pt>
              </c:numCache>
            </c:numRef>
          </c:xVal>
          <c:yVal>
            <c:numRef>
              <c:f>'Front strategy'!$BI$30:$BI$75</c:f>
              <c:numCache>
                <c:formatCode>0.00</c:formatCode>
                <c:ptCount val="46"/>
                <c:pt idx="0">
                  <c:v>2.3001666136806769</c:v>
                </c:pt>
                <c:pt idx="1">
                  <c:v>3.2764773104298386</c:v>
                </c:pt>
                <c:pt idx="2">
                  <c:v>3.6626872859902129</c:v>
                </c:pt>
                <c:pt idx="3">
                  <c:v>3.9444576123475672</c:v>
                </c:pt>
                <c:pt idx="4">
                  <c:v>4.1730590219123798</c:v>
                </c:pt>
                <c:pt idx="5">
                  <c:v>4.3682703355223866</c:v>
                </c:pt>
                <c:pt idx="6">
                  <c:v>4.540151140403081</c:v>
                </c:pt>
                <c:pt idx="7">
                  <c:v>4.6946212927261177</c:v>
                </c:pt>
                <c:pt idx="8">
                  <c:v>4.8355010941591239</c:v>
                </c:pt>
                <c:pt idx="9">
                  <c:v>4.9654192227751457</c:v>
                </c:pt>
                <c:pt idx="10">
                  <c:v>5.0862721797628705</c:v>
                </c:pt>
                <c:pt idx="11">
                  <c:v>5.1994791118609136</c:v>
                </c:pt>
                <c:pt idx="12">
                  <c:v>5.3061332609379708</c:v>
                </c:pt>
                <c:pt idx="13">
                  <c:v>5.4070969877080044</c:v>
                </c:pt>
                <c:pt idx="14">
                  <c:v>5.5030640558140655</c:v>
                </c:pt>
                <c:pt idx="15">
                  <c:v>5.5946019549335135</c:v>
                </c:pt>
                <c:pt idx="16">
                  <c:v>5.6821815439121925</c:v>
                </c:pt>
                <c:pt idx="17">
                  <c:v>5.766198355396301</c:v>
                </c:pt>
                <c:pt idx="18">
                  <c:v>5.8469882521824168</c:v>
                </c:pt>
                <c:pt idx="19">
                  <c:v>5.9248391582454643</c:v>
                </c:pt>
                <c:pt idx="20">
                  <c:v>6.0000000000000009</c:v>
                </c:pt>
                <c:pt idx="21">
                  <c:v>6.0726876252514375</c:v>
                </c:pt>
                <c:pt idx="22">
                  <c:v>6.1430922301709732</c:v>
                </c:pt>
                <c:pt idx="23">
                  <c:v>6.2113816680966094</c:v>
                </c:pt>
                <c:pt idx="24">
                  <c:v>6.2777049083518071</c:v>
                </c:pt>
                <c:pt idx="25">
                  <c:v>6.3421948406072568</c:v>
                </c:pt>
                <c:pt idx="26">
                  <c:v>6.4049705694191204</c:v>
                </c:pt>
                <c:pt idx="27">
                  <c:v>6.4661393073564017</c:v>
                </c:pt>
                <c:pt idx="28">
                  <c:v>6.5257979489699434</c:v>
                </c:pt>
                <c:pt idx="29">
                  <c:v>6.5840343887057253</c:v>
                </c:pt>
                <c:pt idx="30">
                  <c:v>6.6409286316725842</c:v>
                </c:pt>
                <c:pt idx="31">
                  <c:v>6.6965537355350202</c:v>
                </c:pt>
                <c:pt idx="32">
                  <c:v>6.7509766137413365</c:v>
                </c:pt>
                <c:pt idx="33">
                  <c:v>6.8042587241303858</c:v>
                </c:pt>
                <c:pt idx="34">
                  <c:v>6.8564566621987222</c:v>
                </c:pt>
                <c:pt idx="35">
                  <c:v>6.9076226746020843</c:v>
                </c:pt>
                <c:pt idx="36">
                  <c:v>6.9578051055546251</c:v>
                </c:pt>
                <c:pt idx="37">
                  <c:v>7.0070487864875659</c:v>
                </c:pt>
                <c:pt idx="38">
                  <c:v>7.0553953774957003</c:v>
                </c:pt>
                <c:pt idx="39">
                  <c:v>7.1028836676304969</c:v>
                </c:pt>
                <c:pt idx="40">
                  <c:v>7.1495498399128747</c:v>
                </c:pt>
                <c:pt idx="41">
                  <c:v>7.1954277059765372</c:v>
                </c:pt>
                <c:pt idx="42">
                  <c:v>7.2405489144675341</c:v>
                </c:pt>
                <c:pt idx="43">
                  <c:v>7.2849431366816573</c:v>
                </c:pt>
                <c:pt idx="44">
                  <c:v>7.3286382323900554</c:v>
                </c:pt>
                <c:pt idx="45">
                  <c:v>7.3716603983635594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148-4DAE-AD04-DE1843A3883C}"/>
            </c:ext>
          </c:extLst>
        </c:ser>
        <c:ser>
          <c:idx val="3"/>
          <c:order val="2"/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strategy'!$AR$30:$AR$75</c:f>
              <c:numCache>
                <c:formatCode>0</c:formatCode>
                <c:ptCount val="46"/>
                <c:pt idx="0">
                  <c:v>0</c:v>
                </c:pt>
                <c:pt idx="1">
                  <c:v>36.663679046573684</c:v>
                </c:pt>
                <c:pt idx="2">
                  <c:v>54.655637202480477</c:v>
                </c:pt>
                <c:pt idx="3">
                  <c:v>70.640072672946516</c:v>
                </c:pt>
                <c:pt idx="4">
                  <c:v>85.971472719895914</c:v>
                </c:pt>
                <c:pt idx="5">
                  <c:v>101.09356462037039</c:v>
                </c:pt>
                <c:pt idx="6">
                  <c:v>116.19244807029784</c:v>
                </c:pt>
                <c:pt idx="7">
                  <c:v>131.35517158023694</c:v>
                </c:pt>
                <c:pt idx="8">
                  <c:v>146.62423861484012</c:v>
                </c:pt>
                <c:pt idx="9">
                  <c:v>162.02014439306438</c:v>
                </c:pt>
                <c:pt idx="10">
                  <c:v>177.5518442154478</c:v>
                </c:pt>
                <c:pt idx="11">
                  <c:v>193.2220196525725</c:v>
                </c:pt>
                <c:pt idx="12">
                  <c:v>209.02988366936739</c:v>
                </c:pt>
                <c:pt idx="13">
                  <c:v>224.97273848006762</c:v>
                </c:pt>
                <c:pt idx="14">
                  <c:v>241.04686707379327</c:v>
                </c:pt>
                <c:pt idx="15">
                  <c:v>257.24805379155714</c:v>
                </c:pt>
                <c:pt idx="16">
                  <c:v>273.57189157441741</c:v>
                </c:pt>
                <c:pt idx="17">
                  <c:v>290.01396336179408</c:v>
                </c:pt>
                <c:pt idx="18">
                  <c:v>306.56994778683509</c:v>
                </c:pt>
                <c:pt idx="19">
                  <c:v>323.23567869511629</c:v>
                </c:pt>
                <c:pt idx="20">
                  <c:v>340.00717626029854</c:v>
                </c:pt>
                <c:pt idx="21">
                  <c:v>356.88066059069376</c:v>
                </c:pt>
                <c:pt idx="22">
                  <c:v>373.85255460051263</c:v>
                </c:pt>
                <c:pt idx="23">
                  <c:v>390.9194804033923</c:v>
                </c:pt>
                <c:pt idx="24">
                  <c:v>408.0782519234732</c:v>
                </c:pt>
                <c:pt idx="25">
                  <c:v>425.3258654356149</c:v>
                </c:pt>
                <c:pt idx="26">
                  <c:v>442.65948911988818</c:v>
                </c:pt>
                <c:pt idx="27">
                  <c:v>460.07645231292418</c:v>
                </c:pt>
                <c:pt idx="28">
                  <c:v>477.57423487840697</c:v>
                </c:pt>
                <c:pt idx="29">
                  <c:v>495.15045695002624</c:v>
                </c:pt>
                <c:pt idx="30">
                  <c:v>512.80286919053776</c:v>
                </c:pt>
                <c:pt idx="31">
                  <c:v>530.52934363962095</c:v>
                </c:pt>
                <c:pt idx="32">
                  <c:v>548.3278651777257</c:v>
                </c:pt>
                <c:pt idx="33">
                  <c:v>566.19652360442581</c:v>
                </c:pt>
                <c:pt idx="34">
                  <c:v>584.13350631219873</c:v>
                </c:pt>
                <c:pt idx="35">
                  <c:v>602.1370915263094</c:v>
                </c:pt>
                <c:pt idx="36">
                  <c:v>620.20564207603366</c:v>
                </c:pt>
                <c:pt idx="37">
                  <c:v>638.33759966015407</c:v>
                </c:pt>
                <c:pt idx="38">
                  <c:v>656.53147956936039</c:v>
                </c:pt>
                <c:pt idx="39">
                  <c:v>674.78586582915489</c:v>
                </c:pt>
                <c:pt idx="40">
                  <c:v>693.09940672854691</c:v>
                </c:pt>
                <c:pt idx="41">
                  <c:v>711.4708107019585</c:v>
                </c:pt>
                <c:pt idx="42">
                  <c:v>729.89884253404455</c:v>
                </c:pt>
                <c:pt idx="43">
                  <c:v>748.38231985950392</c:v>
                </c:pt>
                <c:pt idx="44">
                  <c:v>766.92010993224528</c:v>
                </c:pt>
                <c:pt idx="45">
                  <c:v>785.51112664049651</c:v>
                </c:pt>
              </c:numCache>
            </c:numRef>
          </c:xVal>
          <c:yVal>
            <c:numRef>
              <c:f>'Front strategy'!$BJ$30:$BJ$75</c:f>
              <c:numCache>
                <c:formatCode>0.00</c:formatCode>
                <c:ptCount val="46"/>
                <c:pt idx="0">
                  <c:v>2.3001666136806769</c:v>
                </c:pt>
                <c:pt idx="1">
                  <c:v>2.5177371831068189</c:v>
                </c:pt>
                <c:pt idx="2">
                  <c:v>2.7884970773749735</c:v>
                </c:pt>
                <c:pt idx="3">
                  <c:v>3.0672319420406979</c:v>
                </c:pt>
                <c:pt idx="4">
                  <c:v>3.3438901749937453</c:v>
                </c:pt>
                <c:pt idx="5">
                  <c:v>3.6150418504991251</c:v>
                </c:pt>
                <c:pt idx="6">
                  <c:v>3.8795481687337205</c:v>
                </c:pt>
                <c:pt idx="7">
                  <c:v>4.1371870562157831</c:v>
                </c:pt>
                <c:pt idx="8">
                  <c:v>4.3881217692112529</c:v>
                </c:pt>
                <c:pt idx="9">
                  <c:v>4.6326735179355323</c:v>
                </c:pt>
                <c:pt idx="10">
                  <c:v>4.8712185413045797</c:v>
                </c:pt>
                <c:pt idx="11">
                  <c:v>5.1041404127011756</c:v>
                </c:pt>
                <c:pt idx="12">
                  <c:v>5.3318082184148432</c:v>
                </c:pt>
                <c:pt idx="13">
                  <c:v>5.5545672787463358</c:v>
                </c:pt>
                <c:pt idx="14">
                  <c:v>5.7727360479579026</c:v>
                </c:pt>
                <c:pt idx="15">
                  <c:v>5.9866060418301048</c:v>
                </c:pt>
                <c:pt idx="16">
                  <c:v>6.1964431932815236</c:v>
                </c:pt>
                <c:pt idx="17">
                  <c:v>6.402489813575432</c:v>
                </c:pt>
                <c:pt idx="18">
                  <c:v>6.6049667366560705</c:v>
                </c:pt>
                <c:pt idx="19">
                  <c:v>6.8040754341443579</c:v>
                </c:pt>
                <c:pt idx="20">
                  <c:v>7.0000000000000018</c:v>
                </c:pt>
                <c:pt idx="21">
                  <c:v>7.1929089631252197</c:v>
                </c:pt>
                <c:pt idx="22">
                  <c:v>7.3829569173283982</c:v>
                </c:pt>
                <c:pt idx="23">
                  <c:v>7.5702859739031654</c:v>
                </c:pt>
                <c:pt idx="24">
                  <c:v>7.7550270495606402</c:v>
                </c:pt>
                <c:pt idx="25">
                  <c:v>7.9373010054025217</c:v>
                </c:pt>
                <c:pt idx="26">
                  <c:v>8.1172196531619889</c:v>
                </c:pt>
                <c:pt idx="27">
                  <c:v>8.294886644251104</c:v>
                </c:pt>
                <c:pt idx="28">
                  <c:v>8.4703982558946045</c:v>
                </c:pt>
                <c:pt idx="29">
                  <c:v>8.643844087161737</c:v>
                </c:pt>
                <c:pt idx="30">
                  <c:v>8.8153076762229432</c:v>
                </c:pt>
                <c:pt idx="31">
                  <c:v>8.9848670487547242</c:v>
                </c:pt>
                <c:pt idx="32">
                  <c:v>9.1525952061377147</c:v>
                </c:pt>
                <c:pt idx="33">
                  <c:v>9.3185605609549054</c:v>
                </c:pt>
                <c:pt idx="34">
                  <c:v>9.4828273262975546</c:v>
                </c:pt>
                <c:pt idx="35">
                  <c:v>9.6454558645166966</c:v>
                </c:pt>
                <c:pt idx="36">
                  <c:v>9.8065030003057014</c:v>
                </c:pt>
                <c:pt idx="37">
                  <c:v>9.9660223023502663</c:v>
                </c:pt>
                <c:pt idx="38">
                  <c:v>10.124064337223768</c:v>
                </c:pt>
                <c:pt idx="39">
                  <c:v>10.280676898725591</c:v>
                </c:pt>
                <c:pt idx="40">
                  <c:v>10.435905215446891</c:v>
                </c:pt>
                <c:pt idx="41">
                  <c:v>10.589792138992808</c:v>
                </c:pt>
                <c:pt idx="42">
                  <c:v>10.74237831498424</c:v>
                </c:pt>
                <c:pt idx="43">
                  <c:v>10.893702338698137</c:v>
                </c:pt>
                <c:pt idx="44">
                  <c:v>11.043800896977464</c:v>
                </c:pt>
                <c:pt idx="45">
                  <c:v>11.192708897844891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D148-4DAE-AD04-DE1843A3883C}"/>
            </c:ext>
          </c:extLst>
        </c:ser>
        <c:ser>
          <c:idx val="4"/>
          <c:order val="3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strategy'!$AS$30:$AS$75</c:f>
              <c:numCache>
                <c:formatCode>0</c:formatCode>
                <c:ptCount val="46"/>
                <c:pt idx="0">
                  <c:v>0</c:v>
                </c:pt>
                <c:pt idx="1">
                  <c:v>35.299644308656752</c:v>
                </c:pt>
                <c:pt idx="2">
                  <c:v>50.577775395000877</c:v>
                </c:pt>
                <c:pt idx="3">
                  <c:v>63.272613495796364</c:v>
                </c:pt>
                <c:pt idx="4">
                  <c:v>75.165677287176877</c:v>
                </c:pt>
                <c:pt idx="5">
                  <c:v>86.981190922905569</c:v>
                </c:pt>
                <c:pt idx="6">
                  <c:v>99.093363852736957</c:v>
                </c:pt>
                <c:pt idx="7">
                  <c:v>111.71358759902164</c:v>
                </c:pt>
                <c:pt idx="8">
                  <c:v>124.96378676010784</c:v>
                </c:pt>
                <c:pt idx="9">
                  <c:v>138.91236850834753</c:v>
                </c:pt>
                <c:pt idx="10">
                  <c:v>153.59440557616605</c:v>
                </c:pt>
                <c:pt idx="11">
                  <c:v>169.023895473507</c:v>
                </c:pt>
                <c:pt idx="12">
                  <c:v>185.20153011952149</c:v>
                </c:pt>
                <c:pt idx="13">
                  <c:v>202.11972469632957</c:v>
                </c:pt>
                <c:pt idx="14">
                  <c:v>219.76590076892364</c:v>
                </c:pt>
                <c:pt idx="15">
                  <c:v>238.12463211488429</c:v>
                </c:pt>
                <c:pt idx="16">
                  <c:v>257.17904127552617</c:v>
                </c:pt>
                <c:pt idx="17">
                  <c:v>276.91169997395156</c:v>
                </c:pt>
                <c:pt idx="18">
                  <c:v>297.30520053403507</c:v>
                </c:pt>
                <c:pt idx="19">
                  <c:v>318.34250932949789</c:v>
                </c:pt>
                <c:pt idx="20">
                  <c:v>340.00717626029854</c:v>
                </c:pt>
                <c:pt idx="21">
                  <c:v>362.28344965606908</c:v>
                </c:pt>
                <c:pt idx="22">
                  <c:v>385.15632960769193</c:v>
                </c:pt>
                <c:pt idx="23">
                  <c:v>408.61158176802695</c:v>
                </c:pt>
                <c:pt idx="24">
                  <c:v>432.63572632306818</c:v>
                </c:pt>
                <c:pt idx="25">
                  <c:v>457.21601191147698</c:v>
                </c:pt>
                <c:pt idx="26">
                  <c:v>482.34038096369204</c:v>
                </c:pt>
                <c:pt idx="27">
                  <c:v>507.99743070909898</c:v>
                </c:pt>
                <c:pt idx="28">
                  <c:v>534.17637260562776</c:v>
                </c:pt>
                <c:pt idx="29">
                  <c:v>560.86699194284824</c:v>
                </c:pt>
                <c:pt idx="30">
                  <c:v>588.05960869758167</c:v>
                </c:pt>
                <c:pt idx="31">
                  <c:v>615.74504027301418</c:v>
                </c:pt>
                <c:pt idx="32">
                  <c:v>643.91456645577421</c:v>
                </c:pt>
                <c:pt idx="33">
                  <c:v>672.55989673153385</c:v>
                </c:pt>
                <c:pt idx="34">
                  <c:v>701.67313997516044</c:v>
                </c:pt>
                <c:pt idx="35">
                  <c:v>731.24677645367865</c:v>
                </c:pt>
                <c:pt idx="36">
                  <c:v>761.27363203398681</c:v>
                </c:pt>
                <c:pt idx="37">
                  <c:v>791.74685446186436</c:v>
                </c:pt>
                <c:pt idx="38">
                  <c:v>822.65989156724947</c:v>
                </c:pt>
                <c:pt idx="39">
                  <c:v>854.00647124810473</c:v>
                </c:pt>
                <c:pt idx="40">
                  <c:v>885.78058308820755</c:v>
                </c:pt>
                <c:pt idx="41">
                  <c:v>917.97646147061744</c:v>
                </c:pt>
                <c:pt idx="42">
                  <c:v>950.58857005693039</c:v>
                </c:pt>
                <c:pt idx="43">
                  <c:v>983.61158751165499</c:v>
                </c:pt>
                <c:pt idx="44">
                  <c:v>1017.0403943606416</c:v>
                </c:pt>
                <c:pt idx="45">
                  <c:v>1050.8700608818303</c:v>
                </c:pt>
              </c:numCache>
            </c:numRef>
          </c:xVal>
          <c:yVal>
            <c:numRef>
              <c:f>'Front strategy'!$BK$30:$BK$75</c:f>
              <c:numCache>
                <c:formatCode>0.00</c:formatCode>
                <c:ptCount val="46"/>
                <c:pt idx="0">
                  <c:v>2.3001666136806769</c:v>
                </c:pt>
                <c:pt idx="1">
                  <c:v>2.3304000731160337</c:v>
                </c:pt>
                <c:pt idx="2">
                  <c:v>2.420106533470944</c:v>
                </c:pt>
                <c:pt idx="3">
                  <c:v>2.5637426198963364</c:v>
                </c:pt>
                <c:pt idx="4">
                  <c:v>2.7532275403284308</c:v>
                </c:pt>
                <c:pt idx="5">
                  <c:v>2.9800533936134603</c:v>
                </c:pt>
                <c:pt idx="6">
                  <c:v>3.2365393731151739</c:v>
                </c:pt>
                <c:pt idx="7">
                  <c:v>3.5163219607984533</c:v>
                </c:pt>
                <c:pt idx="8">
                  <c:v>3.8143725637272841</c:v>
                </c:pt>
                <c:pt idx="9">
                  <c:v>4.1268106381382923</c:v>
                </c:pt>
                <c:pt idx="10">
                  <c:v>4.4506691922703743</c:v>
                </c:pt>
                <c:pt idx="11">
                  <c:v>4.7836809334337147</c:v>
                </c:pt>
                <c:pt idx="12">
                  <c:v>5.1241052914310536</c:v>
                </c:pt>
                <c:pt idx="13">
                  <c:v>5.4705960360040331</c:v>
                </c:pt>
                <c:pt idx="14">
                  <c:v>5.8221025580403829</c:v>
                </c:pt>
                <c:pt idx="15">
                  <c:v>6.1777970299297804</c:v>
                </c:pt>
                <c:pt idx="16">
                  <c:v>6.5370207678393477</c:v>
                </c:pt>
                <c:pt idx="17">
                  <c:v>6.8992446165395664</c:v>
                </c:pt>
                <c:pt idx="18">
                  <c:v>7.2640395196030116</c:v>
                </c:pt>
                <c:pt idx="19">
                  <c:v>7.6310544926611019</c:v>
                </c:pt>
                <c:pt idx="20">
                  <c:v>8.0000000000000018</c:v>
                </c:pt>
                <c:pt idx="21">
                  <c:v>8.370635299665004</c:v>
                </c:pt>
                <c:pt idx="22">
                  <c:v>8.7427587249719689</c:v>
                </c:pt>
                <c:pt idx="23">
                  <c:v>9.1162001562845703</c:v>
                </c:pt>
                <c:pt idx="24">
                  <c:v>9.4908151401307617</c:v>
                </c:pt>
                <c:pt idx="25">
                  <c:v>9.8664802576885275</c:v>
                </c:pt>
                <c:pt idx="26">
                  <c:v>10.243089448646144</c:v>
                </c:pt>
                <c:pt idx="27">
                  <c:v>10.620551071516633</c:v>
                </c:pt>
                <c:pt idx="28">
                  <c:v>10.998785536086366</c:v>
                </c:pt>
                <c:pt idx="29">
                  <c:v>11.377723383687146</c:v>
                </c:pt>
                <c:pt idx="30">
                  <c:v>11.757303720524241</c:v>
                </c:pt>
                <c:pt idx="31">
                  <c:v>12.137472931274324</c:v>
                </c:pt>
                <c:pt idx="32">
                  <c:v>12.518183616645466</c:v>
                </c:pt>
                <c:pt idx="33">
                  <c:v>12.89939371103622</c:v>
                </c:pt>
                <c:pt idx="34">
                  <c:v>13.281065745895622</c:v>
                </c:pt>
                <c:pt idx="35">
                  <c:v>13.663166231635623</c:v>
                </c:pt>
                <c:pt idx="36">
                  <c:v>14.045665136536886</c:v>
                </c:pt>
                <c:pt idx="37">
                  <c:v>14.428535445426235</c:v>
                </c:pt>
                <c:pt idx="38">
                  <c:v>14.811752784291468</c:v>
                </c:pt>
                <c:pt idx="39">
                  <c:v>15.195295099659445</c:v>
                </c:pt>
                <c:pt idx="40">
                  <c:v>15.579142383665792</c:v>
                </c:pt>
                <c:pt idx="41">
                  <c:v>15.963276437414104</c:v>
                </c:pt>
                <c:pt idx="42">
                  <c:v>16.347680666556823</c:v>
                </c:pt>
                <c:pt idx="43">
                  <c:v>16.732339904099959</c:v>
                </c:pt>
                <c:pt idx="44">
                  <c:v>17.117240256298146</c:v>
                </c:pt>
                <c:pt idx="45">
                  <c:v>17.502368968205946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D148-4DAE-AD04-DE1843A3883C}"/>
            </c:ext>
          </c:extLst>
        </c:ser>
        <c:ser>
          <c:idx val="5"/>
          <c:order val="4"/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strategy'!$AT$30:$AT$75</c:f>
              <c:numCache>
                <c:formatCode>0</c:formatCode>
                <c:ptCount val="46"/>
                <c:pt idx="0">
                  <c:v>0</c:v>
                </c:pt>
                <c:pt idx="1">
                  <c:v>35.157062030296849</c:v>
                </c:pt>
                <c:pt idx="2">
                  <c:v>49.821582246061624</c:v>
                </c:pt>
                <c:pt idx="3">
                  <c:v>61.339072815388967</c:v>
                </c:pt>
                <c:pt idx="4">
                  <c:v>71.517740401952821</c:v>
                </c:pt>
                <c:pt idx="5">
                  <c:v>81.180434047327594</c:v>
                </c:pt>
                <c:pt idx="6">
                  <c:v>90.845467087604362</c:v>
                </c:pt>
                <c:pt idx="7">
                  <c:v>100.89201391902633</c:v>
                </c:pt>
                <c:pt idx="8">
                  <c:v>111.61507185488057</c:v>
                </c:pt>
                <c:pt idx="9">
                  <c:v>123.24726585738472</c:v>
                </c:pt>
                <c:pt idx="10">
                  <c:v>135.96975686337115</c:v>
                </c:pt>
                <c:pt idx="11">
                  <c:v>149.91992103480598</c:v>
                </c:pt>
                <c:pt idx="12">
                  <c:v>165.19834021855524</c:v>
                </c:pt>
                <c:pt idx="13">
                  <c:v>181.87561123097962</c:v>
                </c:pt>
                <c:pt idx="14">
                  <c:v>199.99876288264113</c:v>
                </c:pt>
                <c:pt idx="15">
                  <c:v>219.5969554984903</c:v>
                </c:pt>
                <c:pt idx="16">
                  <c:v>240.68625792855482</c:v>
                </c:pt>
                <c:pt idx="17">
                  <c:v>263.2734572078686</c:v>
                </c:pt>
                <c:pt idx="18">
                  <c:v>287.35897500088572</c:v>
                </c:pt>
                <c:pt idx="19">
                  <c:v>312.93902676332488</c:v>
                </c:pt>
                <c:pt idx="20">
                  <c:v>340.00717626029854</c:v>
                </c:pt>
                <c:pt idx="21">
                  <c:v>368.55542787147738</c:v>
                </c:pt>
                <c:pt idx="22">
                  <c:v>398.5749768185517</c:v>
                </c:pt>
                <c:pt idx="23">
                  <c:v>430.05671242025392</c:v>
                </c:pt>
                <c:pt idx="24">
                  <c:v>462.99154651935578</c:v>
                </c:pt>
                <c:pt idx="25">
                  <c:v>497.37062019211908</c:v>
                </c:pt>
                <c:pt idx="26">
                  <c:v>533.18542699689988</c:v>
                </c:pt>
                <c:pt idx="27">
                  <c:v>570.42787987227405</c:v>
                </c:pt>
                <c:pt idx="28">
                  <c:v>609.09034065089656</c:v>
                </c:pt>
                <c:pt idx="29">
                  <c:v>649.16562531511124</c:v>
                </c:pt>
                <c:pt idx="30">
                  <c:v>690.64699398865685</c:v>
                </c:pt>
                <c:pt idx="31">
                  <c:v>733.52813176531265</c:v>
                </c:pt>
                <c:pt idx="32">
                  <c:v>777.80312446496873</c:v>
                </c:pt>
                <c:pt idx="33">
                  <c:v>823.4664320203326</c:v>
                </c:pt>
                <c:pt idx="34">
                  <c:v>870.51286124616036</c:v>
                </c:pt>
                <c:pt idx="35">
                  <c:v>918.93753909487054</c:v>
                </c:pt>
                <c:pt idx="36">
                  <c:v>968.73588706444093</c:v>
                </c:pt>
                <c:pt idx="37">
                  <c:v>1019.9035971312592</c:v>
                </c:pt>
                <c:pt idx="38">
                  <c:v>1072.4366093869705</c:v>
                </c:pt>
                <c:pt idx="39">
                  <c:v>1126.3310914326878</c:v>
                </c:pt>
                <c:pt idx="40">
                  <c:v>1181.5834195046461</c:v>
                </c:pt>
                <c:pt idx="41">
                  <c:v>1238.1901612573113</c:v>
                </c:pt>
                <c:pt idx="42">
                  <c:v>1296.1480601029332</c:v>
                </c:pt>
                <c:pt idx="43">
                  <c:v>1355.4540209933261</c:v>
                </c:pt>
                <c:pt idx="44">
                  <c:v>1416.1050975254689</c:v>
                </c:pt>
                <c:pt idx="45">
                  <c:v>1478.0984802540559</c:v>
                </c:pt>
              </c:numCache>
            </c:numRef>
          </c:xVal>
          <c:yVal>
            <c:numRef>
              <c:f>'Front strategy'!$BL$30:$BL$75</c:f>
              <c:numCache>
                <c:formatCode>0.00</c:formatCode>
                <c:ptCount val="46"/>
                <c:pt idx="0">
                  <c:v>2.3001666136806769</c:v>
                </c:pt>
                <c:pt idx="1">
                  <c:v>2.3030332492707393</c:v>
                </c:pt>
                <c:pt idx="2">
                  <c:v>2.3213178587016499</c:v>
                </c:pt>
                <c:pt idx="3">
                  <c:v>2.3677327567919773</c:v>
                </c:pt>
                <c:pt idx="4">
                  <c:v>2.452523827030245</c:v>
                </c:pt>
                <c:pt idx="5">
                  <c:v>2.58272090081394</c:v>
                </c:pt>
                <c:pt idx="6">
                  <c:v>2.7617213380112506</c:v>
                </c:pt>
                <c:pt idx="7">
                  <c:v>2.9896256800820957</c:v>
                </c:pt>
                <c:pt idx="8">
                  <c:v>3.2641618817849478</c:v>
                </c:pt>
                <c:pt idx="9">
                  <c:v>3.5817576938581071</c:v>
                </c:pt>
                <c:pt idx="10">
                  <c:v>3.9384093994273535</c:v>
                </c:pt>
                <c:pt idx="11">
                  <c:v>4.3302278418511175</c:v>
                </c:pt>
                <c:pt idx="12">
                  <c:v>4.7537068216940961</c:v>
                </c:pt>
                <c:pt idx="13">
                  <c:v>5.2058106798661061</c:v>
                </c:pt>
                <c:pt idx="14">
                  <c:v>5.6839652982946554</c:v>
                </c:pt>
                <c:pt idx="15">
                  <c:v>6.1860072723569415</c:v>
                </c:pt>
                <c:pt idx="16">
                  <c:v>6.710121177176041</c:v>
                </c:pt>
                <c:pt idx="17">
                  <c:v>7.2547790391044664</c:v>
                </c:pt>
                <c:pt idx="18">
                  <c:v>7.8186874725968369</c:v>
                </c:pt>
                <c:pt idx="19">
                  <c:v>8.4007437185434615</c:v>
                </c:pt>
                <c:pt idx="20">
                  <c:v>9.0000000000000036</c:v>
                </c:pt>
                <c:pt idx="21">
                  <c:v>9.6156349830169425</c:v>
                </c:pt>
                <c:pt idx="22">
                  <c:v>10.246931042889049</c:v>
                </c:pt>
                <c:pt idx="23">
                  <c:v>10.893256164720711</c:v>
                </c:pt>
                <c:pt idx="24">
                  <c:v>11.554049500019945</c:v>
                </c:pt>
                <c:pt idx="25">
                  <c:v>12.228809792976168</c:v>
                </c:pt>
                <c:pt idx="26">
                  <c:v>12.91708605717867</c:v>
                </c:pt>
                <c:pt idx="27">
                  <c:v>13.618470020242329</c:v>
                </c:pt>
                <c:pt idx="28">
                  <c:v>14.332589962072477</c:v>
                </c:pt>
                <c:pt idx="29">
                  <c:v>15.059105656741023</c:v>
                </c:pt>
                <c:pt idx="30">
                  <c:v>15.79770419289599</c:v>
                </c:pt>
                <c:pt idx="31">
                  <c:v>16.54809649749976</c:v>
                </c:pt>
                <c:pt idx="32">
                  <c:v>17.31001442595953</c:v>
                </c:pt>
                <c:pt idx="33">
                  <c:v>18.083208311115126</c:v>
                </c:pt>
                <c:pt idx="34">
                  <c:v>18.867444886202964</c:v>
                </c:pt>
                <c:pt idx="35">
                  <c:v>19.662505514433363</c:v>
                </c:pt>
                <c:pt idx="36">
                  <c:v>20.468184671425291</c:v>
                </c:pt>
                <c:pt idx="37">
                  <c:v>21.284288637361623</c:v>
                </c:pt>
                <c:pt idx="38">
                  <c:v>22.110634364056569</c:v>
                </c:pt>
                <c:pt idx="39">
                  <c:v>22.947048488693312</c:v>
                </c:pt>
                <c:pt idx="40">
                  <c:v>23.793366471193568</c:v>
                </c:pt>
                <c:pt idx="41">
                  <c:v>24.649431836326151</c:v>
                </c:pt>
                <c:pt idx="42">
                  <c:v>25.51509550498136</c:v>
                </c:pt>
                <c:pt idx="43">
                  <c:v>26.390215201709829</c:v>
                </c:pt>
                <c:pt idx="44">
                  <c:v>27.274654927785861</c:v>
                </c:pt>
                <c:pt idx="45">
                  <c:v>28.168284490812187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D148-4DAE-AD04-DE1843A3883C}"/>
            </c:ext>
          </c:extLst>
        </c:ser>
        <c:ser>
          <c:idx val="6"/>
          <c:order val="5"/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power"/>
            <c:dispRSqr val="0"/>
            <c:dispEq val="0"/>
          </c:trendline>
          <c:xVal>
            <c:numRef>
              <c:f>'Front strategy'!$AU$30:$AU$75</c:f>
              <c:numCache>
                <c:formatCode>0</c:formatCode>
                <c:ptCount val="46"/>
                <c:pt idx="0">
                  <c:v>0</c:v>
                </c:pt>
                <c:pt idx="1">
                  <c:v>35.146399555553451</c:v>
                </c:pt>
                <c:pt idx="2">
                  <c:v>49.716134435667719</c:v>
                </c:pt>
                <c:pt idx="3">
                  <c:v>60.947499993541285</c:v>
                </c:pt>
                <c:pt idx="4">
                  <c:v>70.548234222687299</c:v>
                </c:pt>
                <c:pt idx="5">
                  <c:v>79.266450286870651</c:v>
                </c:pt>
                <c:pt idx="6">
                  <c:v>87.585537110792544</c:v>
                </c:pt>
                <c:pt idx="7">
                  <c:v>95.8993916336225</c:v>
                </c:pt>
                <c:pt idx="8">
                  <c:v>104.57140069395221</c:v>
                </c:pt>
                <c:pt idx="9">
                  <c:v>113.95304863944261</c:v>
                </c:pt>
                <c:pt idx="10">
                  <c:v>124.38448339874225</c:v>
                </c:pt>
                <c:pt idx="11">
                  <c:v>136.18676919831617</c:v>
                </c:pt>
                <c:pt idx="12">
                  <c:v>149.65190022009691</c:v>
                </c:pt>
                <c:pt idx="13">
                  <c:v>165.03477690128227</c:v>
                </c:pt>
                <c:pt idx="14">
                  <c:v>182.54943517429083</c:v>
                </c:pt>
                <c:pt idx="15">
                  <c:v>202.36987967843751</c:v>
                </c:pt>
                <c:pt idx="16">
                  <c:v>224.63445364783536</c:v>
                </c:pt>
                <c:pt idx="17">
                  <c:v>249.45210302206965</c:v>
                </c:pt>
                <c:pt idx="18">
                  <c:v>276.90903675414313</c:v>
                </c:pt>
                <c:pt idx="19">
                  <c:v>307.07478433532208</c:v>
                </c:pt>
                <c:pt idx="20">
                  <c:v>340.00717626029854</c:v>
                </c:pt>
                <c:pt idx="21">
                  <c:v>375.75615577360992</c:v>
                </c:pt>
                <c:pt idx="22">
                  <c:v>414.36654267680177</c:v>
                </c:pt>
                <c:pt idx="23">
                  <c:v>455.87995250042553</c:v>
                </c:pt>
                <c:pt idx="24">
                  <c:v>500.3360802850608</c:v>
                </c:pt>
                <c:pt idx="25">
                  <c:v>547.77352903323958</c:v>
                </c:pt>
                <c:pt idx="26">
                  <c:v>598.23032361023741</c:v>
                </c:pt>
                <c:pt idx="27">
                  <c:v>651.74421376612906</c:v>
                </c:pt>
                <c:pt idx="28">
                  <c:v>708.3528395815581</c:v>
                </c:pt>
                <c:pt idx="29">
                  <c:v>768.09380965135699</c:v>
                </c:pt>
                <c:pt idx="30">
                  <c:v>831.0047257447834</c:v>
                </c:pt>
                <c:pt idx="31">
                  <c:v>897.1231761137019</c:v>
                </c:pt>
                <c:pt idx="32">
                  <c:v>966.48671173362322</c:v>
                </c:pt>
                <c:pt idx="33">
                  <c:v>1039.132814481271</c:v>
                </c:pt>
                <c:pt idx="34">
                  <c:v>1115.0988627679942</c:v>
                </c:pt>
                <c:pt idx="35">
                  <c:v>1194.4220978815044</c:v>
                </c:pt>
                <c:pt idx="36">
                  <c:v>1277.1395928353568</c:v>
                </c:pt>
                <c:pt idx="37">
                  <c:v>1363.2882246103916</c:v>
                </c:pt>
                <c:pt idx="38">
                  <c:v>1452.904650109381</c:v>
                </c:pt>
                <c:pt idx="39">
                  <c:v>1546.0252858111216</c:v>
                </c:pt>
                <c:pt idx="40">
                  <c:v>1642.6862909215104</c:v>
                </c:pt>
                <c:pt idx="41">
                  <c:v>1742.9235537225024</c:v>
                </c:pt>
                <c:pt idx="42">
                  <c:v>1846.7726807803465</c:v>
                </c:pt>
                <c:pt idx="43">
                  <c:v>1954.2689886692613</c:v>
                </c:pt>
                <c:pt idx="44">
                  <c:v>2065.4474978810731</c:v>
                </c:pt>
                <c:pt idx="45">
                  <c:v>2180.3429286162145</c:v>
                </c:pt>
              </c:numCache>
            </c:numRef>
          </c:xVal>
          <c:yVal>
            <c:numRef>
              <c:f>'Front strategy'!$BM$30:$BM$75</c:f>
              <c:numCache>
                <c:formatCode>0.00</c:formatCode>
                <c:ptCount val="46"/>
                <c:pt idx="0">
                  <c:v>2.3001666136806769</c:v>
                </c:pt>
                <c:pt idx="1">
                  <c:v>2.3003593988386117</c:v>
                </c:pt>
                <c:pt idx="2">
                  <c:v>2.3029740814653765</c:v>
                </c:pt>
                <c:pt idx="3">
                  <c:v>2.3135915126270841</c:v>
                </c:pt>
                <c:pt idx="4">
                  <c:v>2.340741193796728</c:v>
                </c:pt>
                <c:pt idx="5">
                  <c:v>2.395172275922365</c:v>
                </c:pt>
                <c:pt idx="6">
                  <c:v>2.4886301713378383</c:v>
                </c:pt>
                <c:pt idx="7">
                  <c:v>2.6321767850872826</c:v>
                </c:pt>
                <c:pt idx="8">
                  <c:v>2.8345226876304443</c:v>
                </c:pt>
                <c:pt idx="9">
                  <c:v>3.101033508684115</c:v>
                </c:pt>
                <c:pt idx="10">
                  <c:v>3.4337489806290464</c:v>
                </c:pt>
                <c:pt idx="11">
                  <c:v>3.8321766566158275</c:v>
                </c:pt>
                <c:pt idx="12">
                  <c:v>4.2943277079678763</c:v>
                </c:pt>
                <c:pt idx="13">
                  <c:v>4.8175843992240237</c:v>
                </c:pt>
                <c:pt idx="14">
                  <c:v>5.3992579226021506</c:v>
                </c:pt>
                <c:pt idx="15">
                  <c:v>6.0368751134193532</c:v>
                </c:pt>
                <c:pt idx="16">
                  <c:v>6.7282875068476073</c:v>
                </c:pt>
                <c:pt idx="17">
                  <c:v>7.4716841384852533</c:v>
                </c:pt>
                <c:pt idx="18">
                  <c:v>8.2655608574482002</c:v>
                </c:pt>
                <c:pt idx="19">
                  <c:v>9.1086750974027346</c:v>
                </c:pt>
                <c:pt idx="20">
                  <c:v>10.000000000000004</c:v>
                </c:pt>
                <c:pt idx="21">
                  <c:v>10.938683556319123</c:v>
                </c:pt>
                <c:pt idx="22">
                  <c:v>11.924014378833185</c:v>
                </c:pt>
                <c:pt idx="23">
                  <c:v>12.955393924560829</c:v>
                </c:pt>
                <c:pt idx="24">
                  <c:v>14.032314324623693</c:v>
                </c:pt>
                <c:pt idx="25">
                  <c:v>15.154340828978977</c:v>
                </c:pt>
                <c:pt idx="26">
                  <c:v>16.321097943692614</c:v>
                </c:pt>
                <c:pt idx="27">
                  <c:v>17.532258478355313</c:v>
                </c:pt>
                <c:pt idx="28">
                  <c:v>18.787534870151628</c:v>
                </c:pt>
                <c:pt idx="29">
                  <c:v>20.086672284198265</c:v>
                </c:pt>
                <c:pt idx="30">
                  <c:v>21.429443100122064</c:v>
                </c:pt>
                <c:pt idx="31">
                  <c:v>22.81564248285471</c:v>
                </c:pt>
                <c:pt idx="32">
                  <c:v>24.245084804337349</c:v>
                </c:pt>
                <c:pt idx="33">
                  <c:v>25.717600735867659</c:v>
                </c:pt>
                <c:pt idx="34">
                  <c:v>27.233034871528787</c:v>
                </c:pt>
                <c:pt idx="35">
                  <c:v>28.791243774315525</c:v>
                </c:pt>
                <c:pt idx="36">
                  <c:v>30.392094360458437</c:v>
                </c:pt>
                <c:pt idx="37">
                  <c:v>32.035462555778281</c:v>
                </c:pt>
                <c:pt idx="38">
                  <c:v>33.721232172015917</c:v>
                </c:pt>
                <c:pt idx="39">
                  <c:v>35.449293961985063</c:v>
                </c:pt>
                <c:pt idx="40">
                  <c:v>37.219544820853514</c:v>
                </c:pt>
                <c:pt idx="41">
                  <c:v>39.031887107448092</c:v>
                </c:pt>
                <c:pt idx="42">
                  <c:v>40.886228064637329</c:v>
                </c:pt>
                <c:pt idx="43">
                  <c:v>42.782479321902777</c:v>
                </c:pt>
                <c:pt idx="44">
                  <c:v>44.720556466413491</c:v>
                </c:pt>
                <c:pt idx="45">
                  <c:v>46.700378671465259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D148-4DAE-AD04-DE1843A388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8317759"/>
        <c:axId val="514334303"/>
      </c:scatterChart>
      <c:valAx>
        <c:axId val="478317759"/>
        <c:scaling>
          <c:orientation val="minMax"/>
          <c:max val="34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4334303"/>
        <c:crosses val="autoZero"/>
        <c:crossBetween val="midCat"/>
      </c:valAx>
      <c:valAx>
        <c:axId val="514334303"/>
        <c:scaling>
          <c:orientation val="minMax"/>
          <c:max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3177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baseline="0">
                <a:effectLst/>
              </a:rPr>
              <a:t>3rd spring stiffness vs travel</a:t>
            </a:r>
            <a:endParaRPr lang="en-US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strategy'!$V$30:$V$75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strategy'!$X$30:$X$75</c:f>
              <c:numCache>
                <c:formatCode>0</c:formatCode>
                <c:ptCount val="46"/>
                <c:pt idx="0">
                  <c:v>0</c:v>
                </c:pt>
                <c:pt idx="1">
                  <c:v>358.91154953506549</c:v>
                </c:pt>
                <c:pt idx="2">
                  <c:v>362.01566572257042</c:v>
                </c:pt>
                <c:pt idx="3">
                  <c:v>363.84388774902948</c:v>
                </c:pt>
                <c:pt idx="4">
                  <c:v>365.14662846131614</c:v>
                </c:pt>
                <c:pt idx="5">
                  <c:v>366.1603240007131</c:v>
                </c:pt>
                <c:pt idx="6">
                  <c:v>366.99066222076078</c:v>
                </c:pt>
                <c:pt idx="7">
                  <c:v>367.6941720302118</c:v>
                </c:pt>
                <c:pt idx="8">
                  <c:v>368.30466993891105</c:v>
                </c:pt>
                <c:pt idx="9">
                  <c:v>368.84400856928869</c:v>
                </c:pt>
                <c:pt idx="10">
                  <c:v>369.32713262090101</c:v>
                </c:pt>
                <c:pt idx="11">
                  <c:v>369.76471660869225</c:v>
                </c:pt>
                <c:pt idx="12">
                  <c:v>370.16465218218252</c:v>
                </c:pt>
                <c:pt idx="13">
                  <c:v>370.53293922436507</c:v>
                </c:pt>
                <c:pt idx="14">
                  <c:v>370.87424643274562</c:v>
                </c:pt>
                <c:pt idx="15">
                  <c:v>371.19227842192265</c:v>
                </c:pt>
                <c:pt idx="16">
                  <c:v>371.49002435108304</c:v>
                </c:pt>
                <c:pt idx="17">
                  <c:v>371.76993120167828</c:v>
                </c:pt>
                <c:pt idx="18">
                  <c:v>372.03402755627104</c:v>
                </c:pt>
                <c:pt idx="19">
                  <c:v>372.2840139378842</c:v>
                </c:pt>
                <c:pt idx="20">
                  <c:v>372.52133000000009</c:v>
                </c:pt>
                <c:pt idx="21">
                  <c:v>372.74720534191721</c:v>
                </c:pt>
                <c:pt idx="22">
                  <c:v>372.96269851782847</c:v>
                </c:pt>
                <c:pt idx="23">
                  <c:v>373.16872738658094</c:v>
                </c:pt>
                <c:pt idx="24">
                  <c:v>373.36609301173871</c:v>
                </c:pt>
                <c:pt idx="25">
                  <c:v>373.55549869037657</c:v>
                </c:pt>
                <c:pt idx="26">
                  <c:v>373.73756525587635</c:v>
                </c:pt>
                <c:pt idx="27">
                  <c:v>373.91284349760087</c:v>
                </c:pt>
                <c:pt idx="28">
                  <c:v>374.08182432588353</c:v>
                </c:pt>
                <c:pt idx="29">
                  <c:v>374.24494715651122</c:v>
                </c:pt>
                <c:pt idx="30">
                  <c:v>374.40260687643718</c:v>
                </c:pt>
                <c:pt idx="31">
                  <c:v>374.55515966950333</c:v>
                </c:pt>
                <c:pt idx="32">
                  <c:v>374.70292791904728</c:v>
                </c:pt>
                <c:pt idx="33">
                  <c:v>374.84620435760195</c:v>
                </c:pt>
                <c:pt idx="34">
                  <c:v>374.98525559835934</c:v>
                </c:pt>
                <c:pt idx="35">
                  <c:v>375.12032515577357</c:v>
                </c:pt>
                <c:pt idx="36">
                  <c:v>375.25163604152613</c:v>
                </c:pt>
                <c:pt idx="37">
                  <c:v>375.37939300555763</c:v>
                </c:pt>
                <c:pt idx="38">
                  <c:v>375.50378447887363</c:v>
                </c:pt>
                <c:pt idx="39">
                  <c:v>375.62498426453226</c:v>
                </c:pt>
                <c:pt idx="40">
                  <c:v>375.74315301500701</c:v>
                </c:pt>
                <c:pt idx="41">
                  <c:v>375.85843952752424</c:v>
                </c:pt>
                <c:pt idx="42">
                  <c:v>375.9709818836526</c:v>
                </c:pt>
                <c:pt idx="43">
                  <c:v>376.08090845509571</c:v>
                </c:pt>
                <c:pt idx="44">
                  <c:v>376.18833879411494</c:v>
                </c:pt>
                <c:pt idx="45">
                  <c:v>376.29338442411319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41C-49F4-986F-77AC01AD1F2B}"/>
            </c:ext>
          </c:extLst>
        </c:ser>
        <c:ser>
          <c:idx val="2"/>
          <c:order val="1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strategy'!$V$30:$V$75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strategy'!$Y$30:$Y$75</c:f>
              <c:numCache>
                <c:formatCode>0</c:formatCode>
                <c:ptCount val="46"/>
                <c:pt idx="0">
                  <c:v>0</c:v>
                </c:pt>
                <c:pt idx="1">
                  <c:v>102.90639675389558</c:v>
                </c:pt>
                <c:pt idx="2">
                  <c:v>153.56020304395904</c:v>
                </c:pt>
                <c:pt idx="3">
                  <c:v>194.07357139293006</c:v>
                </c:pt>
                <c:pt idx="4">
                  <c:v>229.1474262313948</c:v>
                </c:pt>
                <c:pt idx="5">
                  <c:v>260.66203076705193</c:v>
                </c:pt>
                <c:pt idx="6">
                  <c:v>289.60276492662689</c:v>
                </c:pt>
                <c:pt idx="7">
                  <c:v>316.56476972704058</c:v>
                </c:pt>
                <c:pt idx="8">
                  <c:v>341.9410883003398</c:v>
                </c:pt>
                <c:pt idx="9">
                  <c:v>366.00787027149414</c:v>
                </c:pt>
                <c:pt idx="10">
                  <c:v>388.96818500181274</c:v>
                </c:pt>
                <c:pt idx="11">
                  <c:v>410.97668526165864</c:v>
                </c:pt>
                <c:pt idx="12">
                  <c:v>432.15447034434499</c:v>
                </c:pt>
                <c:pt idx="13">
                  <c:v>452.59853382228277</c:v>
                </c:pt>
                <c:pt idx="14">
                  <c:v>472.38803271001001</c:v>
                </c:pt>
                <c:pt idx="15">
                  <c:v>491.58859733936367</c:v>
                </c:pt>
                <c:pt idx="16">
                  <c:v>510.25538357978485</c:v>
                </c:pt>
                <c:pt idx="17">
                  <c:v>528.43528973823948</c:v>
                </c:pt>
                <c:pt idx="18">
                  <c:v>546.16860222005596</c:v>
                </c:pt>
                <c:pt idx="19">
                  <c:v>563.49024055848417</c:v>
                </c:pt>
                <c:pt idx="20">
                  <c:v>580.43071520000012</c:v>
                </c:pt>
                <c:pt idx="21">
                  <c:v>597.0168752972254</c:v>
                </c:pt>
                <c:pt idx="22">
                  <c:v>613.27250030960306</c:v>
                </c:pt>
                <c:pt idx="23">
                  <c:v>629.21877361882093</c:v>
                </c:pt>
                <c:pt idx="24">
                  <c:v>644.87466577164014</c:v>
                </c:pt>
                <c:pt idx="25">
                  <c:v>660.25724762373841</c:v>
                </c:pt>
                <c:pt idx="26">
                  <c:v>675.38194848433386</c:v>
                </c:pt>
                <c:pt idx="27">
                  <c:v>690.26277065541228</c:v>
                </c:pt>
                <c:pt idx="28">
                  <c:v>704.91246906611252</c:v>
                </c:pt>
                <c:pt idx="29">
                  <c:v>719.3427027193012</c:v>
                </c:pt>
                <c:pt idx="30">
                  <c:v>733.56416318862182</c:v>
                </c:pt>
                <c:pt idx="31">
                  <c:v>747.5866842893671</c:v>
                </c:pt>
                <c:pt idx="32">
                  <c:v>761.41933619708448</c:v>
                </c:pt>
                <c:pt idx="33">
                  <c:v>775.07050663435928</c:v>
                </c:pt>
                <c:pt idx="34">
                  <c:v>788.54797123897492</c:v>
                </c:pt>
                <c:pt idx="35">
                  <c:v>801.85895482955823</c:v>
                </c:pt>
                <c:pt idx="36">
                  <c:v>815.01018497153984</c:v>
                </c:pt>
                <c:pt idx="37">
                  <c:v>828.00793899723544</c:v>
                </c:pt>
                <c:pt idx="38">
                  <c:v>840.85808543456312</c:v>
                </c:pt>
                <c:pt idx="39">
                  <c:v>853.56612063835689</c:v>
                </c:pt>
                <c:pt idx="40">
                  <c:v>866.13720128810417</c:v>
                </c:pt>
                <c:pt idx="41">
                  <c:v>878.57617330983408</c:v>
                </c:pt>
                <c:pt idx="42">
                  <c:v>890.88759769291403</c:v>
                </c:pt>
                <c:pt idx="43">
                  <c:v>903.07577360084792</c:v>
                </c:pt>
                <c:pt idx="44">
                  <c:v>915.14475911580325</c:v>
                </c:pt>
                <c:pt idx="45">
                  <c:v>927.09838990723131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641C-49F4-986F-77AC01AD1F2B}"/>
            </c:ext>
          </c:extLst>
        </c:ser>
        <c:ser>
          <c:idx val="3"/>
          <c:order val="2"/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strategy'!$V$30:$V$75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strategy'!$Z$30:$Z$75</c:f>
              <c:numCache>
                <c:formatCode>0</c:formatCode>
                <c:ptCount val="46"/>
                <c:pt idx="0">
                  <c:v>0</c:v>
                </c:pt>
                <c:pt idx="1">
                  <c:v>19.812518323701049</c:v>
                </c:pt>
                <c:pt idx="2">
                  <c:v>46.967665705842762</c:v>
                </c:pt>
                <c:pt idx="3">
                  <c:v>77.81755959092888</c:v>
                </c:pt>
                <c:pt idx="4">
                  <c:v>111.34180853813425</c:v>
                </c:pt>
                <c:pt idx="5">
                  <c:v>147.00632134598862</c:v>
                </c:pt>
                <c:pt idx="6">
                  <c:v>184.47473790038094</c:v>
                </c:pt>
                <c:pt idx="7">
                  <c:v>223.512989991898</c:v>
                </c:pt>
                <c:pt idx="8">
                  <c:v>263.94750818966844</c:v>
                </c:pt>
                <c:pt idx="9">
                  <c:v>305.6437592511241</c:v>
                </c:pt>
                <c:pt idx="10">
                  <c:v>348.49399984475576</c:v>
                </c:pt>
                <c:pt idx="11">
                  <c:v>392.40974054270805</c:v>
                </c:pt>
                <c:pt idx="12">
                  <c:v>437.31683571558852</c:v>
                </c:pt>
                <c:pt idx="13">
                  <c:v>483.1521376281608</c:v>
                </c:pt>
                <c:pt idx="14">
                  <c:v>529.86113240811892</c:v>
                </c:pt>
                <c:pt idx="15">
                  <c:v>577.39621913181111</c:v>
                </c:pt>
                <c:pt idx="16">
                  <c:v>625.71542526789403</c:v>
                </c:pt>
                <c:pt idx="17">
                  <c:v>674.78142713295608</c:v>
                </c:pt>
                <c:pt idx="18">
                  <c:v>724.56078904472395</c:v>
                </c:pt>
                <c:pt idx="19">
                  <c:v>775.02336277720804</c:v>
                </c:pt>
                <c:pt idx="20">
                  <c:v>826.14180680000061</c:v>
                </c:pt>
                <c:pt idx="21">
                  <c:v>877.8911965590097</c:v>
                </c:pt>
                <c:pt idx="22">
                  <c:v>930.24870500579095</c:v>
                </c:pt>
                <c:pt idx="23">
                  <c:v>983.19333806896009</c:v>
                </c:pt>
                <c:pt idx="24">
                  <c:v>1036.7057136222661</c:v>
                </c:pt>
                <c:pt idx="25">
                  <c:v>1090.7678752694314</c:v>
                </c:pt>
                <c:pt idx="26">
                  <c:v>1145.3631342784165</c:v>
                </c:pt>
                <c:pt idx="27">
                  <c:v>1200.4759344836712</c:v>
                </c:pt>
                <c:pt idx="28">
                  <c:v>1256.0917360865292</c:v>
                </c:pt>
                <c:pt idx="29">
                  <c:v>1312.1969151255837</c:v>
                </c:pt>
                <c:pt idx="30">
                  <c:v>1368.7786760332708</c:v>
                </c:pt>
                <c:pt idx="31">
                  <c:v>1425.8249751933661</c:v>
                </c:pt>
                <c:pt idx="32">
                  <c:v>1483.3244538032984</c:v>
                </c:pt>
                <c:pt idx="33">
                  <c:v>1541.2663786517978</c:v>
                </c:pt>
                <c:pt idx="34">
                  <c:v>1599.6405896659298</c:v>
                </c:pt>
                <c:pt idx="35">
                  <c:v>1658.4374532764466</c:v>
                </c:pt>
                <c:pt idx="36">
                  <c:v>1717.6478208075237</c:v>
                </c:pt>
                <c:pt idx="37">
                  <c:v>1777.262991224394</c:v>
                </c:pt>
                <c:pt idx="38">
                  <c:v>1837.2746776765223</c:v>
                </c:pt>
                <c:pt idx="39">
                  <c:v>1897.6749773594993</c:v>
                </c:pt>
                <c:pt idx="40">
                  <c:v>1958.4563442894544</c:v>
                </c:pt>
                <c:pt idx="41">
                  <c:v>2019.6115646424435</c:v>
                </c:pt>
                <c:pt idx="42">
                  <c:v>2081.1337343603018</c:v>
                </c:pt>
                <c:pt idx="43">
                  <c:v>2143.0162387654223</c:v>
                </c:pt>
                <c:pt idx="44">
                  <c:v>2205.2527339615535</c:v>
                </c:pt>
                <c:pt idx="45">
                  <c:v>2267.837129826984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641C-49F4-986F-77AC01AD1F2B}"/>
            </c:ext>
          </c:extLst>
        </c:ser>
        <c:ser>
          <c:idx val="4"/>
          <c:order val="3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strategy'!$V$30:$V$75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strategy'!$AA$30:$AA$75</c:f>
              <c:numCache>
                <c:formatCode>0</c:formatCode>
                <c:ptCount val="46"/>
                <c:pt idx="0">
                  <c:v>0</c:v>
                </c:pt>
                <c:pt idx="1">
                  <c:v>2.6460825929992446</c:v>
                </c:pt>
                <c:pt idx="2">
                  <c:v>10.700702590709732</c:v>
                </c:pt>
                <c:pt idx="3">
                  <c:v>24.231078470950209</c:v>
                </c:pt>
                <c:pt idx="4">
                  <c:v>43.273417178197157</c:v>
                </c:pt>
                <c:pt idx="5">
                  <c:v>67.853151552869051</c:v>
                </c:pt>
                <c:pt idx="6">
                  <c:v>97.989973879043475</c:v>
                </c:pt>
                <c:pt idx="7">
                  <c:v>133.69997990325334</c:v>
                </c:pt>
                <c:pt idx="8">
                  <c:v>174.99679281845056</c:v>
                </c:pt>
                <c:pt idx="9">
                  <c:v>221.89222869261897</c:v>
                </c:pt>
                <c:pt idx="10">
                  <c:v>274.39672387044567</c:v>
                </c:pt>
                <c:pt idx="11">
                  <c:v>332.51962614807064</c:v>
                </c:pt>
                <c:pt idx="12">
                  <c:v>396.26940221943369</c:v>
                </c:pt>
                <c:pt idx="13">
                  <c:v>465.65379077039148</c:v>
                </c:pt>
                <c:pt idx="14">
                  <c:v>540.67991872731</c:v>
                </c:pt>
                <c:pt idx="15">
                  <c:v>621.35439163115961</c:v>
                </c:pt>
                <c:pt idx="16">
                  <c:v>707.68336530107058</c:v>
                </c:pt>
                <c:pt idx="17">
                  <c:v>799.6726036287497</c:v>
                </c:pt>
                <c:pt idx="18">
                  <c:v>897.32752587218283</c:v>
                </c:pt>
                <c:pt idx="19">
                  <c:v>1000.6532458516505</c:v>
                </c:pt>
                <c:pt idx="20">
                  <c:v>1109.6546048000007</c:v>
                </c:pt>
                <c:pt idx="21">
                  <c:v>1224.3361991690938</c:v>
                </c:pt>
                <c:pt idx="22">
                  <c:v>1344.7024043763499</c:v>
                </c:pt>
                <c:pt idx="23">
                  <c:v>1470.7573952463026</c:v>
                </c:pt>
                <c:pt idx="24">
                  <c:v>1602.5051637342078</c:v>
                </c:pt>
                <c:pt idx="25">
                  <c:v>1739.9495343938154</c:v>
                </c:pt>
                <c:pt idx="26">
                  <c:v>1883.0941779571119</c:v>
                </c:pt>
                <c:pt idx="27">
                  <c:v>2031.9426233217391</c:v>
                </c:pt>
                <c:pt idx="28">
                  <c:v>2186.4982681860338</c:v>
                </c:pt>
                <c:pt idx="29">
                  <c:v>2346.7643885280263</c:v>
                </c:pt>
                <c:pt idx="30">
                  <c:v>2512.7441470903159</c:v>
                </c:pt>
                <c:pt idx="31">
                  <c:v>2684.4406010053613</c:v>
                </c:pt>
                <c:pt idx="32">
                  <c:v>2861.8567086736111</c:v>
                </c:pt>
                <c:pt idx="33">
                  <c:v>3044.9953359892038</c:v>
                </c:pt>
                <c:pt idx="34">
                  <c:v>3233.859261993267</c:v>
                </c:pt>
                <c:pt idx="35">
                  <c:v>3428.4511840230298</c:v>
                </c:pt>
                <c:pt idx="36">
                  <c:v>3628.7737224150819</c:v>
                </c:pt>
                <c:pt idx="37">
                  <c:v>3834.8294248127795</c:v>
                </c:pt>
                <c:pt idx="38">
                  <c:v>4046.6207701211861</c:v>
                </c:pt>
                <c:pt idx="39">
                  <c:v>4264.1501721469494</c:v>
                </c:pt>
                <c:pt idx="40">
                  <c:v>4487.4199829558202</c:v>
                </c:pt>
                <c:pt idx="41">
                  <c:v>4716.4324959762243</c:v>
                </c:pt>
                <c:pt idx="42">
                  <c:v>4951.1899488740492</c:v>
                </c:pt>
                <c:pt idx="43">
                  <c:v>5191.6945262204481</c:v>
                </c:pt>
                <c:pt idx="44">
                  <c:v>5437.9483619722778</c:v>
                </c:pt>
                <c:pt idx="45">
                  <c:v>5689.953541782148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641C-49F4-986F-77AC01AD1F2B}"/>
            </c:ext>
          </c:extLst>
        </c:ser>
        <c:ser>
          <c:idx val="5"/>
          <c:order val="4"/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strategy'!$V$30:$V$75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strategy'!$AB$30:$AB$75</c:f>
              <c:numCache>
                <c:formatCode>0</c:formatCode>
                <c:ptCount val="46"/>
                <c:pt idx="0">
                  <c:v>0</c:v>
                </c:pt>
                <c:pt idx="1">
                  <c:v>0.24940992346360255</c:v>
                </c:pt>
                <c:pt idx="2">
                  <c:v>1.8475612436684508</c:v>
                </c:pt>
                <c:pt idx="3">
                  <c:v>5.961177077723776</c:v>
                </c:pt>
                <c:pt idx="4">
                  <c:v>13.686233898403231</c:v>
                </c:pt>
                <c:pt idx="5">
                  <c:v>26.077144278967136</c:v>
                </c:pt>
                <c:pt idx="6">
                  <c:v>44.158787198595441</c:v>
                </c:pt>
                <c:pt idx="7">
                  <c:v>68.93321204602816</c:v>
                </c:pt>
                <c:pt idx="8">
                  <c:v>101.38391837549027</c:v>
                </c:pt>
                <c:pt idx="9">
                  <c:v>142.47882224768512</c:v>
                </c:pt>
                <c:pt idx="10">
                  <c:v>193.1724305364344</c:v>
                </c:pt>
                <c:pt idx="11">
                  <c:v>254.40750101325708</c:v>
                </c:pt>
                <c:pt idx="12">
                  <c:v>327.11634991313269</c:v>
                </c:pt>
                <c:pt idx="13">
                  <c:v>412.22190749068824</c:v>
                </c:pt>
                <c:pt idx="14">
                  <c:v>510.63858730707955</c:v>
                </c:pt>
                <c:pt idx="15">
                  <c:v>623.27301403851368</c:v>
                </c:pt>
                <c:pt idx="16">
                  <c:v>751.02464136370679</c:v>
                </c:pt>
                <c:pt idx="17">
                  <c:v>894.78628279562872</c:v>
                </c:pt>
                <c:pt idx="18">
                  <c:v>1055.4445724240186</c:v>
                </c:pt>
                <c:pt idx="19">
                  <c:v>1233.8803684185914</c:v>
                </c:pt>
                <c:pt idx="20">
                  <c:v>1430.9691092000012</c:v>
                </c:pt>
                <c:pt idx="21">
                  <c:v>1647.581130037207</c:v>
                </c:pt>
                <c:pt idx="22">
                  <c:v>1884.5819462321044</c:v>
                </c:pt>
                <c:pt idx="23">
                  <c:v>2142.8325078443522</c:v>
                </c:pt>
                <c:pt idx="24">
                  <c:v>2423.189429982684</c:v>
                </c:pt>
                <c:pt idx="25">
                  <c:v>2726.5052019684617</c:v>
                </c:pt>
                <c:pt idx="26">
                  <c:v>3053.6283781107127</c:v>
                </c:pt>
                <c:pt idx="27">
                  <c:v>3405.4037523808793</c:v>
                </c:pt>
                <c:pt idx="28">
                  <c:v>3782.6725189138238</c:v>
                </c:pt>
                <c:pt idx="29">
                  <c:v>4186.2724199678387</c:v>
                </c:pt>
                <c:pt idx="30">
                  <c:v>4617.0378827369696</c:v>
                </c:pt>
                <c:pt idx="31">
                  <c:v>5075.8001462110869</c:v>
                </c:pt>
                <c:pt idx="32">
                  <c:v>5563.3873791155529</c:v>
                </c:pt>
                <c:pt idx="33">
                  <c:v>6080.6247898253159</c:v>
                </c:pt>
                <c:pt idx="34">
                  <c:v>6628.3347290334104</c:v>
                </c:pt>
                <c:pt idx="35">
                  <c:v>7207.3367858566462</c:v>
                </c:pt>
                <c:pt idx="36">
                  <c:v>7818.4478779787114</c:v>
                </c:pt>
                <c:pt idx="37">
                  <c:v>8462.4823363604446</c:v>
                </c:pt>
                <c:pt idx="38">
                  <c:v>9140.2519849865585</c:v>
                </c:pt>
                <c:pt idx="39">
                  <c:v>9852.5662160658576</c:v>
                </c:pt>
                <c:pt idx="40">
                  <c:v>10600.232061057148</c:v>
                </c:pt>
                <c:pt idx="41">
                  <c:v>11384.054257853473</c:v>
                </c:pt>
                <c:pt idx="42">
                  <c:v>12204.835314423399</c:v>
                </c:pt>
                <c:pt idx="43">
                  <c:v>13063.375569178019</c:v>
                </c:pt>
                <c:pt idx="44">
                  <c:v>13960.47324830608</c:v>
                </c:pt>
                <c:pt idx="45">
                  <c:v>14896.92452029643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641C-49F4-986F-77AC01AD1F2B}"/>
            </c:ext>
          </c:extLst>
        </c:ser>
        <c:ser>
          <c:idx val="6"/>
          <c:order val="5"/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strategy'!$V$30:$V$75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'Front strategy'!$AC$30:$AC$75</c:f>
              <c:numCache>
                <c:formatCode>0</c:formatCode>
                <c:ptCount val="46"/>
                <c:pt idx="0">
                  <c:v>0</c:v>
                </c:pt>
                <c:pt idx="1">
                  <c:v>1.6763414945148193E-2</c:v>
                </c:pt>
                <c:pt idx="2">
                  <c:v>0.244258924118189</c:v>
                </c:pt>
                <c:pt idx="3">
                  <c:v>1.1707044184638835</c:v>
                </c:pt>
                <c:pt idx="4">
                  <c:v>3.5590851987257648</c:v>
                </c:pt>
                <c:pt idx="5">
                  <c:v>8.4313640530779992</c:v>
                </c:pt>
                <c:pt idx="6">
                  <c:v>17.058278557804332</c:v>
                </c:pt>
                <c:pt idx="7">
                  <c:v>30.951813740469387</c:v>
                </c:pt>
                <c:pt idx="8">
                  <c:v>51.859261631970526</c:v>
                </c:pt>
                <c:pt idx="9">
                  <c:v>81.758331455461288</c:v>
                </c:pt>
                <c:pt idx="10">
                  <c:v>122.85300573852749</c:v>
                </c:pt>
                <c:pt idx="11">
                  <c:v>177.56995256505067</c:v>
                </c:pt>
                <c:pt idx="12">
                  <c:v>248.55536783354538</c:v>
                </c:pt>
                <c:pt idx="13">
                  <c:v>338.67215950563195</c:v>
                </c:pt>
                <c:pt idx="14">
                  <c:v>450.99741004393462</c:v>
                </c:pt>
                <c:pt idx="15">
                  <c:v>588.82006935423499</c:v>
                </c:pt>
                <c:pt idx="16">
                  <c:v>755.63884168213769</c:v>
                </c:pt>
                <c:pt idx="17">
                  <c:v>955.16023785171114</c:v>
                </c:pt>
                <c:pt idx="18">
                  <c:v>1191.2967700408321</c:v>
                </c:pt>
                <c:pt idx="19">
                  <c:v>1468.1652706330492</c:v>
                </c:pt>
                <c:pt idx="20">
                  <c:v>1790.0853200000015</c:v>
                </c:pt>
                <c:pt idx="21">
                  <c:v>2161.5777706395202</c:v>
                </c:pt>
                <c:pt idx="22">
                  <c:v>2587.3633571189798</c:v>
                </c:pt>
                <c:pt idx="23">
                  <c:v>3072.3613828884722</c:v>
                </c:pt>
                <c:pt idx="24">
                  <c:v>3621.688476332457</c:v>
                </c:pt>
                <c:pt idx="25">
                  <c:v>4240.6574094922544</c:v>
                </c:pt>
                <c:pt idx="26">
                  <c:v>4934.7759737685137</c:v>
                </c:pt>
                <c:pt idx="27">
                  <c:v>5709.7459076407176</c:v>
                </c:pt>
                <c:pt idx="28">
                  <c:v>6571.4618720516019</c:v>
                </c:pt>
                <c:pt idx="29">
                  <c:v>7526.0104696185444</c:v>
                </c:pt>
                <c:pt idx="30">
                  <c:v>8579.6693042720217</c:v>
                </c:pt>
                <c:pt idx="31">
                  <c:v>9738.9060782948582</c:v>
                </c:pt>
                <c:pt idx="32">
                  <c:v>11010.377724057571</c:v>
                </c:pt>
                <c:pt idx="33">
                  <c:v>12400.929568022995</c:v>
                </c:pt>
                <c:pt idx="34">
                  <c:v>13917.594524835038</c:v>
                </c:pt>
                <c:pt idx="35">
                  <c:v>15567.592319516643</c:v>
                </c:pt>
                <c:pt idx="36">
                  <c:v>17358.328735987434</c:v>
                </c:pt>
                <c:pt idx="37">
                  <c:v>19297.394890273255</c:v>
                </c:pt>
                <c:pt idx="38">
                  <c:v>21392.566526924242</c:v>
                </c:pt>
                <c:pt idx="39">
                  <c:v>23651.803337284928</c:v>
                </c:pt>
                <c:pt idx="40">
                  <c:v>26083.248298373426</c:v>
                </c:pt>
                <c:pt idx="41">
                  <c:v>28695.227031227798</c:v>
                </c:pt>
                <c:pt idx="42">
                  <c:v>31496.247177668069</c:v>
                </c:pt>
                <c:pt idx="43">
                  <c:v>34494.997794504932</c:v>
                </c:pt>
                <c:pt idx="44">
                  <c:v>37700.348764296519</c:v>
                </c:pt>
                <c:pt idx="45">
                  <c:v>41121.350221824905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641C-49F4-986F-77AC01AD1F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6627040"/>
        <c:axId val="807318432"/>
      </c:scatterChart>
      <c:valAx>
        <c:axId val="786627040"/>
        <c:scaling>
          <c:orientation val="minMax"/>
          <c:max val="2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318432"/>
        <c:crosses val="autoZero"/>
        <c:crossBetween val="midCat"/>
      </c:valAx>
      <c:valAx>
        <c:axId val="807318432"/>
        <c:scaling>
          <c:orientation val="minMax"/>
          <c:max val="2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66270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Bump</a:t>
            </a:r>
            <a:r>
              <a:rPr lang="en-US" baseline="0" dirty="0"/>
              <a:t> travel </a:t>
            </a:r>
            <a:r>
              <a:rPr lang="en-US" dirty="0"/>
              <a:t>vs speed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strategy'!$AO$30:$AO$75</c:f>
              <c:numCache>
                <c:formatCode>0</c:formatCode>
                <c:ptCount val="46"/>
                <c:pt idx="0">
                  <c:v>0</c:v>
                </c:pt>
                <c:pt idx="1">
                  <c:v>136.84952592824294</c:v>
                </c:pt>
                <c:pt idx="2">
                  <c:v>167.57999476598928</c:v>
                </c:pt>
                <c:pt idx="3">
                  <c:v>188.99331672926448</c:v>
                </c:pt>
                <c:pt idx="4">
                  <c:v>206.01664288105161</c:v>
                </c:pt>
                <c:pt idx="5">
                  <c:v>220.39979459170405</c:v>
                </c:pt>
                <c:pt idx="6">
                  <c:v>232.9902728201655</c:v>
                </c:pt>
                <c:pt idx="7">
                  <c:v>244.27021734651632</c:v>
                </c:pt>
                <c:pt idx="8">
                  <c:v>254.54300128656558</c:v>
                </c:pt>
                <c:pt idx="9">
                  <c:v>264.01327806500615</c:v>
                </c:pt>
                <c:pt idx="10">
                  <c:v>272.82635426616895</c:v>
                </c:pt>
                <c:pt idx="11">
                  <c:v>281.08953226594019</c:v>
                </c:pt>
                <c:pt idx="12">
                  <c:v>288.8845557531709</c:v>
                </c:pt>
                <c:pt idx="13">
                  <c:v>296.27529336348761</c:v>
                </c:pt>
                <c:pt idx="14">
                  <c:v>303.31270539373412</c:v>
                </c:pt>
                <c:pt idx="15">
                  <c:v>310.03817802079067</c:v>
                </c:pt>
                <c:pt idx="16">
                  <c:v>316.48583369679812</c:v>
                </c:pt>
                <c:pt idx="17">
                  <c:v>322.68417587567484</c:v>
                </c:pt>
                <c:pt idx="18">
                  <c:v>328.65728739665747</c:v>
                </c:pt>
                <c:pt idx="19">
                  <c:v>334.42572150873332</c:v>
                </c:pt>
                <c:pt idx="20">
                  <c:v>340.00717626029854</c:v>
                </c:pt>
                <c:pt idx="21">
                  <c:v>345.4170130353599</c:v>
                </c:pt>
                <c:pt idx="22">
                  <c:v>350.66866090300147</c:v>
                </c:pt>
                <c:pt idx="23">
                  <c:v>355.77393593337058</c:v>
                </c:pt>
                <c:pt idx="24">
                  <c:v>360.74329625520022</c:v>
                </c:pt>
                <c:pt idx="25">
                  <c:v>365.5860479059869</c:v>
                </c:pt>
                <c:pt idx="26">
                  <c:v>370.31051254351468</c:v>
                </c:pt>
                <c:pt idx="27">
                  <c:v>374.92416527041746</c:v>
                </c:pt>
                <c:pt idx="28">
                  <c:v>379.43374880055114</c:v>
                </c:pt>
                <c:pt idx="29">
                  <c:v>383.84536872306148</c:v>
                </c:pt>
                <c:pt idx="30">
                  <c:v>388.16457353391689</c:v>
                </c:pt>
                <c:pt idx="31">
                  <c:v>392.39642229433571</c:v>
                </c:pt>
                <c:pt idx="32">
                  <c:v>396.5455421643494</c:v>
                </c:pt>
                <c:pt idx="33">
                  <c:v>400.61617759411831</c:v>
                </c:pt>
                <c:pt idx="34">
                  <c:v>404.61223259752819</c:v>
                </c:pt>
                <c:pt idx="35">
                  <c:v>408.53730725481404</c:v>
                </c:pt>
                <c:pt idx="36">
                  <c:v>412.39472937368208</c:v>
                </c:pt>
                <c:pt idx="37">
                  <c:v>416.18758206716382</c:v>
                </c:pt>
                <c:pt idx="38">
                  <c:v>419.91872787049573</c:v>
                </c:pt>
                <c:pt idx="39">
                  <c:v>423.59082991067044</c:v>
                </c:pt>
                <c:pt idx="40">
                  <c:v>427.20637055491471</c:v>
                </c:pt>
                <c:pt idx="41">
                  <c:v>430.76766789362915</c:v>
                </c:pt>
                <c:pt idx="42">
                  <c:v>434.27689035577271</c:v>
                </c:pt>
                <c:pt idx="43">
                  <c:v>437.73606970757635</c:v>
                </c:pt>
                <c:pt idx="44">
                  <c:v>441.14711264674213</c:v>
                </c:pt>
                <c:pt idx="45">
                  <c:v>444.51181117226338</c:v>
                </c:pt>
              </c:numCache>
            </c:numRef>
          </c:xVal>
          <c:yVal>
            <c:numRef>
              <c:f>'Front strategy'!$AN$30:$AN$75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81D-4987-A370-16AFB1672C2C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strategy'!$AP$30:$AP$75</c:f>
              <c:numCache>
                <c:formatCode>0</c:formatCode>
                <c:ptCount val="46"/>
                <c:pt idx="0">
                  <c:v>0</c:v>
                </c:pt>
                <c:pt idx="1">
                  <c:v>74.92793395667222</c:v>
                </c:pt>
                <c:pt idx="2">
                  <c:v>106.32090712017387</c:v>
                </c:pt>
                <c:pt idx="3">
                  <c:v>130.47267777299783</c:v>
                </c:pt>
                <c:pt idx="4">
                  <c:v>150.86772418622283</c:v>
                </c:pt>
                <c:pt idx="5">
                  <c:v>168.85845159503211</c:v>
                </c:pt>
                <c:pt idx="6">
                  <c:v>185.13939668240678</c:v>
                </c:pt>
                <c:pt idx="7">
                  <c:v>200.12357525324524</c:v>
                </c:pt>
                <c:pt idx="8">
                  <c:v>214.080318281286</c:v>
                </c:pt>
                <c:pt idx="9">
                  <c:v>227.19683809270234</c:v>
                </c:pt>
                <c:pt idx="10">
                  <c:v>239.60952786450878</c:v>
                </c:pt>
                <c:pt idx="11">
                  <c:v>251.42141022355977</c:v>
                </c:pt>
                <c:pt idx="12">
                  <c:v>262.71256309437302</c:v>
                </c:pt>
                <c:pt idx="13">
                  <c:v>273.54669680927128</c:v>
                </c:pt>
                <c:pt idx="14">
                  <c:v>283.97548865814611</c:v>
                </c:pt>
                <c:pt idx="15">
                  <c:v>294.04154424635266</c:v>
                </c:pt>
                <c:pt idx="16">
                  <c:v>303.78048272293853</c:v>
                </c:pt>
                <c:pt idx="17">
                  <c:v>313.22244332312988</c:v>
                </c:pt>
                <c:pt idx="18">
                  <c:v>322.39319820879814</c:v>
                </c:pt>
                <c:pt idx="19">
                  <c:v>331.31499051505875</c:v>
                </c:pt>
                <c:pt idx="20">
                  <c:v>340.00717626029854</c:v>
                </c:pt>
                <c:pt idx="21">
                  <c:v>348.48672347459916</c:v>
                </c:pt>
                <c:pt idx="22">
                  <c:v>356.76860555078196</c:v>
                </c:pt>
                <c:pt idx="23">
                  <c:v>364.86611499460963</c:v>
                </c:pt>
                <c:pt idx="24">
                  <c:v>372.7911164222391</c:v>
                </c:pt>
                <c:pt idx="25">
                  <c:v>380.55425259479381</c:v>
                </c:pt>
                <c:pt idx="26">
                  <c:v>388.16511372630725</c:v>
                </c:pt>
                <c:pt idx="27">
                  <c:v>395.63237776427076</c:v>
                </c:pt>
                <c:pt idx="28">
                  <c:v>402.96392750405982</c:v>
                </c:pt>
                <c:pt idx="29">
                  <c:v>410.16694904898043</c:v>
                </c:pt>
                <c:pt idx="30">
                  <c:v>417.24801512448983</c:v>
                </c:pt>
                <c:pt idx="31">
                  <c:v>424.21315600087036</c:v>
                </c:pt>
                <c:pt idx="32">
                  <c:v>431.06792020551256</c:v>
                </c:pt>
                <c:pt idx="33">
                  <c:v>437.81742676619933</c:v>
                </c:pt>
                <c:pt idx="34">
                  <c:v>444.46641038627121</c:v>
                </c:pt>
                <c:pt idx="35">
                  <c:v>451.01926068663323</c:v>
                </c:pt>
                <c:pt idx="36">
                  <c:v>457.48005644025085</c:v>
                </c:pt>
                <c:pt idx="37">
                  <c:v>463.8525955587823</c:v>
                </c:pt>
                <c:pt idx="38">
                  <c:v>470.14042145843399</c:v>
                </c:pt>
                <c:pt idx="39">
                  <c:v>476.34684632555877</c:v>
                </c:pt>
                <c:pt idx="40">
                  <c:v>482.47497171631676</c:v>
                </c:pt>
                <c:pt idx="41">
                  <c:v>488.52770685458631</c:v>
                </c:pt>
                <c:pt idx="42">
                  <c:v>494.5077849349272</c:v>
                </c:pt>
                <c:pt idx="43">
                  <c:v>500.41777769020587</c:v>
                </c:pt>
                <c:pt idx="44">
                  <c:v>506.26010844448246</c:v>
                </c:pt>
                <c:pt idx="45">
                  <c:v>512.03706383935753</c:v>
                </c:pt>
              </c:numCache>
            </c:numRef>
          </c:xVal>
          <c:yVal>
            <c:numRef>
              <c:f>'Front strategy'!$AN$30:$AN$75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81D-4987-A370-16AFB1672C2C}"/>
            </c:ext>
          </c:extLst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strategy'!$AQ$30:$AQ$75</c:f>
              <c:numCache>
                <c:formatCode>0</c:formatCode>
                <c:ptCount val="46"/>
                <c:pt idx="0">
                  <c:v>0</c:v>
                </c:pt>
                <c:pt idx="1">
                  <c:v>45.1777301543585</c:v>
                </c:pt>
                <c:pt idx="2">
                  <c:v>69.823605694801913</c:v>
                </c:pt>
                <c:pt idx="3">
                  <c:v>90.910473109100948</c:v>
                </c:pt>
                <c:pt idx="4">
                  <c:v>110.08265575016497</c:v>
                </c:pt>
                <c:pt idx="5">
                  <c:v>127.99063269258001</c:v>
                </c:pt>
                <c:pt idx="6">
                  <c:v>144.97458864123723</c:v>
                </c:pt>
                <c:pt idx="7">
                  <c:v>161.24030806915928</c:v>
                </c:pt>
                <c:pt idx="8">
                  <c:v>176.9241575733318</c:v>
                </c:pt>
                <c:pt idx="9">
                  <c:v>192.12236894525364</c:v>
                </c:pt>
                <c:pt idx="10">
                  <c:v>206.9060579363655</c:v>
                </c:pt>
                <c:pt idx="11">
                  <c:v>221.32966964114016</c:v>
                </c:pt>
                <c:pt idx="12">
                  <c:v>235.43606772080105</c:v>
                </c:pt>
                <c:pt idx="13">
                  <c:v>249.25977158207985</c:v>
                </c:pt>
                <c:pt idx="14">
                  <c:v>262.82910704515143</c:v>
                </c:pt>
                <c:pt idx="15">
                  <c:v>276.16768723790011</c:v>
                </c:pt>
                <c:pt idx="16">
                  <c:v>289.29546334247772</c:v>
                </c:pt>
                <c:pt idx="17">
                  <c:v>302.22948939364227</c:v>
                </c:pt>
                <c:pt idx="18">
                  <c:v>314.98449130547397</c:v>
                </c:pt>
                <c:pt idx="19">
                  <c:v>327.57329840883881</c:v>
                </c:pt>
                <c:pt idx="20">
                  <c:v>340.00717626029854</c:v>
                </c:pt>
                <c:pt idx="21">
                  <c:v>352.29608715358961</c:v>
                </c:pt>
                <c:pt idx="22">
                  <c:v>364.44889676008086</c:v>
                </c:pt>
                <c:pt idx="23">
                  <c:v>376.47353999942038</c:v>
                </c:pt>
                <c:pt idx="24">
                  <c:v>388.37715562100487</c:v>
                </c:pt>
                <c:pt idx="25">
                  <c:v>400.16619646675593</c:v>
                </c:pt>
                <c:pt idx="26">
                  <c:v>411.84652061442949</c:v>
                </c:pt>
                <c:pt idx="27">
                  <c:v>423.42346733066017</c:v>
                </c:pt>
                <c:pt idx="28">
                  <c:v>434.90192083892327</c:v>
                </c:pt>
                <c:pt idx="29">
                  <c:v>446.28636422628438</c:v>
                </c:pt>
                <c:pt idx="30">
                  <c:v>457.58092530424028</c:v>
                </c:pt>
                <c:pt idx="31">
                  <c:v>468.78941585501531</c:v>
                </c:pt>
                <c:pt idx="32">
                  <c:v>479.91536540177128</c:v>
                </c:pt>
                <c:pt idx="33">
                  <c:v>490.96205041555316</c:v>
                </c:pt>
                <c:pt idx="34">
                  <c:v>501.93251969639221</c:v>
                </c:pt>
                <c:pt idx="35">
                  <c:v>512.82961652848905</c:v>
                </c:pt>
                <c:pt idx="36">
                  <c:v>523.65599810075639</c:v>
                </c:pt>
                <c:pt idx="37">
                  <c:v>534.41415259751602</c:v>
                </c:pt>
                <c:pt idx="38">
                  <c:v>545.10641429483417</c:v>
                </c:pt>
                <c:pt idx="39">
                  <c:v>555.73497694204548</c:v>
                </c:pt>
                <c:pt idx="40">
                  <c:v>566.30190566261922</c:v>
                </c:pt>
                <c:pt idx="41">
                  <c:v>576.80914757145513</c:v>
                </c:pt>
                <c:pt idx="42">
                  <c:v>587.25854127525622</c:v>
                </c:pt>
                <c:pt idx="43">
                  <c:v>597.65182539751049</c:v>
                </c:pt>
                <c:pt idx="44">
                  <c:v>607.99064624878156</c:v>
                </c:pt>
                <c:pt idx="45">
                  <c:v>618.27656474565003</c:v>
                </c:pt>
              </c:numCache>
            </c:numRef>
          </c:xVal>
          <c:yVal>
            <c:numRef>
              <c:f>'Front strategy'!$AN$30:$AN$75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81D-4987-A370-16AFB1672C2C}"/>
            </c:ext>
          </c:extLst>
        </c:ser>
        <c:ser>
          <c:idx val="3"/>
          <c:order val="3"/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strategy'!$AR$30:$AR$75</c:f>
              <c:numCache>
                <c:formatCode>0</c:formatCode>
                <c:ptCount val="46"/>
                <c:pt idx="0">
                  <c:v>0</c:v>
                </c:pt>
                <c:pt idx="1">
                  <c:v>36.663679046573684</c:v>
                </c:pt>
                <c:pt idx="2">
                  <c:v>54.655637202480477</c:v>
                </c:pt>
                <c:pt idx="3">
                  <c:v>70.640072672946516</c:v>
                </c:pt>
                <c:pt idx="4">
                  <c:v>85.971472719895914</c:v>
                </c:pt>
                <c:pt idx="5">
                  <c:v>101.09356462037039</c:v>
                </c:pt>
                <c:pt idx="6">
                  <c:v>116.19244807029784</c:v>
                </c:pt>
                <c:pt idx="7">
                  <c:v>131.35517158023694</c:v>
                </c:pt>
                <c:pt idx="8">
                  <c:v>146.62423861484012</c:v>
                </c:pt>
                <c:pt idx="9">
                  <c:v>162.02014439306438</c:v>
                </c:pt>
                <c:pt idx="10">
                  <c:v>177.5518442154478</c:v>
                </c:pt>
                <c:pt idx="11">
                  <c:v>193.2220196525725</c:v>
                </c:pt>
                <c:pt idx="12">
                  <c:v>209.02988366936739</c:v>
                </c:pt>
                <c:pt idx="13">
                  <c:v>224.97273848006762</c:v>
                </c:pt>
                <c:pt idx="14">
                  <c:v>241.04686707379327</c:v>
                </c:pt>
                <c:pt idx="15">
                  <c:v>257.24805379155714</c:v>
                </c:pt>
                <c:pt idx="16">
                  <c:v>273.57189157441741</c:v>
                </c:pt>
                <c:pt idx="17">
                  <c:v>290.01396336179408</c:v>
                </c:pt>
                <c:pt idx="18">
                  <c:v>306.56994778683509</c:v>
                </c:pt>
                <c:pt idx="19">
                  <c:v>323.23567869511629</c:v>
                </c:pt>
                <c:pt idx="20">
                  <c:v>340.00717626029854</c:v>
                </c:pt>
                <c:pt idx="21">
                  <c:v>356.88066059069376</c:v>
                </c:pt>
                <c:pt idx="22">
                  <c:v>373.85255460051263</c:v>
                </c:pt>
                <c:pt idx="23">
                  <c:v>390.9194804033923</c:v>
                </c:pt>
                <c:pt idx="24">
                  <c:v>408.0782519234732</c:v>
                </c:pt>
                <c:pt idx="25">
                  <c:v>425.3258654356149</c:v>
                </c:pt>
                <c:pt idx="26">
                  <c:v>442.65948911988818</c:v>
                </c:pt>
                <c:pt idx="27">
                  <c:v>460.07645231292418</c:v>
                </c:pt>
                <c:pt idx="28">
                  <c:v>477.57423487840697</c:v>
                </c:pt>
                <c:pt idx="29">
                  <c:v>495.15045695002624</c:v>
                </c:pt>
                <c:pt idx="30">
                  <c:v>512.80286919053776</c:v>
                </c:pt>
                <c:pt idx="31">
                  <c:v>530.52934363962095</c:v>
                </c:pt>
                <c:pt idx="32">
                  <c:v>548.3278651777257</c:v>
                </c:pt>
                <c:pt idx="33">
                  <c:v>566.19652360442581</c:v>
                </c:pt>
                <c:pt idx="34">
                  <c:v>584.13350631219873</c:v>
                </c:pt>
                <c:pt idx="35">
                  <c:v>602.1370915263094</c:v>
                </c:pt>
                <c:pt idx="36">
                  <c:v>620.20564207603366</c:v>
                </c:pt>
                <c:pt idx="37">
                  <c:v>638.33759966015407</c:v>
                </c:pt>
                <c:pt idx="38">
                  <c:v>656.53147956936039</c:v>
                </c:pt>
                <c:pt idx="39">
                  <c:v>674.78586582915489</c:v>
                </c:pt>
                <c:pt idx="40">
                  <c:v>693.09940672854691</c:v>
                </c:pt>
                <c:pt idx="41">
                  <c:v>711.4708107019585</c:v>
                </c:pt>
                <c:pt idx="42">
                  <c:v>729.89884253404455</c:v>
                </c:pt>
                <c:pt idx="43">
                  <c:v>748.38231985950392</c:v>
                </c:pt>
                <c:pt idx="44">
                  <c:v>766.92010993224528</c:v>
                </c:pt>
                <c:pt idx="45">
                  <c:v>785.51112664049651</c:v>
                </c:pt>
              </c:numCache>
            </c:numRef>
          </c:xVal>
          <c:yVal>
            <c:numRef>
              <c:f>'Front strategy'!$AN$30:$AN$75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F81D-4987-A370-16AFB1672C2C}"/>
            </c:ext>
          </c:extLst>
        </c:ser>
        <c:ser>
          <c:idx val="4"/>
          <c:order val="4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strategy'!$AS$30:$AS$75</c:f>
              <c:numCache>
                <c:formatCode>0</c:formatCode>
                <c:ptCount val="46"/>
                <c:pt idx="0">
                  <c:v>0</c:v>
                </c:pt>
                <c:pt idx="1">
                  <c:v>35.299644308656752</c:v>
                </c:pt>
                <c:pt idx="2">
                  <c:v>50.577775395000877</c:v>
                </c:pt>
                <c:pt idx="3">
                  <c:v>63.272613495796364</c:v>
                </c:pt>
                <c:pt idx="4">
                  <c:v>75.165677287176877</c:v>
                </c:pt>
                <c:pt idx="5">
                  <c:v>86.981190922905569</c:v>
                </c:pt>
                <c:pt idx="6">
                  <c:v>99.093363852736957</c:v>
                </c:pt>
                <c:pt idx="7">
                  <c:v>111.71358759902164</c:v>
                </c:pt>
                <c:pt idx="8">
                  <c:v>124.96378676010784</c:v>
                </c:pt>
                <c:pt idx="9">
                  <c:v>138.91236850834753</c:v>
                </c:pt>
                <c:pt idx="10">
                  <c:v>153.59440557616605</c:v>
                </c:pt>
                <c:pt idx="11">
                  <c:v>169.023895473507</c:v>
                </c:pt>
                <c:pt idx="12">
                  <c:v>185.20153011952149</c:v>
                </c:pt>
                <c:pt idx="13">
                  <c:v>202.11972469632957</c:v>
                </c:pt>
                <c:pt idx="14">
                  <c:v>219.76590076892364</c:v>
                </c:pt>
                <c:pt idx="15">
                  <c:v>238.12463211488429</c:v>
                </c:pt>
                <c:pt idx="16">
                  <c:v>257.17904127552617</c:v>
                </c:pt>
                <c:pt idx="17">
                  <c:v>276.91169997395156</c:v>
                </c:pt>
                <c:pt idx="18">
                  <c:v>297.30520053403507</c:v>
                </c:pt>
                <c:pt idx="19">
                  <c:v>318.34250932949789</c:v>
                </c:pt>
                <c:pt idx="20">
                  <c:v>340.00717626029854</c:v>
                </c:pt>
                <c:pt idx="21">
                  <c:v>362.28344965606908</c:v>
                </c:pt>
                <c:pt idx="22">
                  <c:v>385.15632960769193</c:v>
                </c:pt>
                <c:pt idx="23">
                  <c:v>408.61158176802695</c:v>
                </c:pt>
                <c:pt idx="24">
                  <c:v>432.63572632306818</c:v>
                </c:pt>
                <c:pt idx="25">
                  <c:v>457.21601191147698</c:v>
                </c:pt>
                <c:pt idx="26">
                  <c:v>482.34038096369204</c:v>
                </c:pt>
                <c:pt idx="27">
                  <c:v>507.99743070909898</c:v>
                </c:pt>
                <c:pt idx="28">
                  <c:v>534.17637260562776</c:v>
                </c:pt>
                <c:pt idx="29">
                  <c:v>560.86699194284824</c:v>
                </c:pt>
                <c:pt idx="30">
                  <c:v>588.05960869758167</c:v>
                </c:pt>
                <c:pt idx="31">
                  <c:v>615.74504027301418</c:v>
                </c:pt>
                <c:pt idx="32">
                  <c:v>643.91456645577421</c:v>
                </c:pt>
                <c:pt idx="33">
                  <c:v>672.55989673153385</c:v>
                </c:pt>
                <c:pt idx="34">
                  <c:v>701.67313997516044</c:v>
                </c:pt>
                <c:pt idx="35">
                  <c:v>731.24677645367865</c:v>
                </c:pt>
                <c:pt idx="36">
                  <c:v>761.27363203398681</c:v>
                </c:pt>
                <c:pt idx="37">
                  <c:v>791.74685446186436</c:v>
                </c:pt>
                <c:pt idx="38">
                  <c:v>822.65989156724947</c:v>
                </c:pt>
                <c:pt idx="39">
                  <c:v>854.00647124810473</c:v>
                </c:pt>
                <c:pt idx="40">
                  <c:v>885.78058308820755</c:v>
                </c:pt>
                <c:pt idx="41">
                  <c:v>917.97646147061744</c:v>
                </c:pt>
                <c:pt idx="42">
                  <c:v>950.58857005693039</c:v>
                </c:pt>
                <c:pt idx="43">
                  <c:v>983.61158751165499</c:v>
                </c:pt>
                <c:pt idx="44">
                  <c:v>1017.0403943606416</c:v>
                </c:pt>
                <c:pt idx="45">
                  <c:v>1050.8700608818303</c:v>
                </c:pt>
              </c:numCache>
            </c:numRef>
          </c:xVal>
          <c:yVal>
            <c:numRef>
              <c:f>'Front strategy'!$AN$30:$AN$75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F81D-4987-A370-16AFB1672C2C}"/>
            </c:ext>
          </c:extLst>
        </c:ser>
        <c:ser>
          <c:idx val="5"/>
          <c:order val="5"/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strategy'!$AT$30:$AT$75</c:f>
              <c:numCache>
                <c:formatCode>0</c:formatCode>
                <c:ptCount val="46"/>
                <c:pt idx="0">
                  <c:v>0</c:v>
                </c:pt>
                <c:pt idx="1">
                  <c:v>35.157062030296849</c:v>
                </c:pt>
                <c:pt idx="2">
                  <c:v>49.821582246061624</c:v>
                </c:pt>
                <c:pt idx="3">
                  <c:v>61.339072815388967</c:v>
                </c:pt>
                <c:pt idx="4">
                  <c:v>71.517740401952821</c:v>
                </c:pt>
                <c:pt idx="5">
                  <c:v>81.180434047327594</c:v>
                </c:pt>
                <c:pt idx="6">
                  <c:v>90.845467087604362</c:v>
                </c:pt>
                <c:pt idx="7">
                  <c:v>100.89201391902633</c:v>
                </c:pt>
                <c:pt idx="8">
                  <c:v>111.61507185488057</c:v>
                </c:pt>
                <c:pt idx="9">
                  <c:v>123.24726585738472</c:v>
                </c:pt>
                <c:pt idx="10">
                  <c:v>135.96975686337115</c:v>
                </c:pt>
                <c:pt idx="11">
                  <c:v>149.91992103480598</c:v>
                </c:pt>
                <c:pt idx="12">
                  <c:v>165.19834021855524</c:v>
                </c:pt>
                <c:pt idx="13">
                  <c:v>181.87561123097962</c:v>
                </c:pt>
                <c:pt idx="14">
                  <c:v>199.99876288264113</c:v>
                </c:pt>
                <c:pt idx="15">
                  <c:v>219.5969554984903</c:v>
                </c:pt>
                <c:pt idx="16">
                  <c:v>240.68625792855482</c:v>
                </c:pt>
                <c:pt idx="17">
                  <c:v>263.2734572078686</c:v>
                </c:pt>
                <c:pt idx="18">
                  <c:v>287.35897500088572</c:v>
                </c:pt>
                <c:pt idx="19">
                  <c:v>312.93902676332488</c:v>
                </c:pt>
                <c:pt idx="20">
                  <c:v>340.00717626029854</c:v>
                </c:pt>
                <c:pt idx="21">
                  <c:v>368.55542787147738</c:v>
                </c:pt>
                <c:pt idx="22">
                  <c:v>398.5749768185517</c:v>
                </c:pt>
                <c:pt idx="23">
                  <c:v>430.05671242025392</c:v>
                </c:pt>
                <c:pt idx="24">
                  <c:v>462.99154651935578</c:v>
                </c:pt>
                <c:pt idx="25">
                  <c:v>497.37062019211908</c:v>
                </c:pt>
                <c:pt idx="26">
                  <c:v>533.18542699689988</c:v>
                </c:pt>
                <c:pt idx="27">
                  <c:v>570.42787987227405</c:v>
                </c:pt>
                <c:pt idx="28">
                  <c:v>609.09034065089656</c:v>
                </c:pt>
                <c:pt idx="29">
                  <c:v>649.16562531511124</c:v>
                </c:pt>
                <c:pt idx="30">
                  <c:v>690.64699398865685</c:v>
                </c:pt>
                <c:pt idx="31">
                  <c:v>733.52813176531265</c:v>
                </c:pt>
                <c:pt idx="32">
                  <c:v>777.80312446496873</c:v>
                </c:pt>
                <c:pt idx="33">
                  <c:v>823.4664320203326</c:v>
                </c:pt>
                <c:pt idx="34">
                  <c:v>870.51286124616036</c:v>
                </c:pt>
                <c:pt idx="35">
                  <c:v>918.93753909487054</c:v>
                </c:pt>
                <c:pt idx="36">
                  <c:v>968.73588706444093</c:v>
                </c:pt>
                <c:pt idx="37">
                  <c:v>1019.9035971312592</c:v>
                </c:pt>
                <c:pt idx="38">
                  <c:v>1072.4366093869705</c:v>
                </c:pt>
                <c:pt idx="39">
                  <c:v>1126.3310914326878</c:v>
                </c:pt>
                <c:pt idx="40">
                  <c:v>1181.5834195046461</c:v>
                </c:pt>
                <c:pt idx="41">
                  <c:v>1238.1901612573113</c:v>
                </c:pt>
                <c:pt idx="42">
                  <c:v>1296.1480601029332</c:v>
                </c:pt>
                <c:pt idx="43">
                  <c:v>1355.4540209933261</c:v>
                </c:pt>
                <c:pt idx="44">
                  <c:v>1416.1050975254689</c:v>
                </c:pt>
                <c:pt idx="45">
                  <c:v>1478.0984802540559</c:v>
                </c:pt>
              </c:numCache>
            </c:numRef>
          </c:xVal>
          <c:yVal>
            <c:numRef>
              <c:f>'Front strategy'!$AN$30:$AN$75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F81D-4987-A370-16AFB1672C2C}"/>
            </c:ext>
          </c:extLst>
        </c:ser>
        <c:ser>
          <c:idx val="6"/>
          <c:order val="6"/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>
                    <a:lumMod val="60000"/>
                  </a:schemeClr>
                </a:solidFill>
                <a:prstDash val="sysDot"/>
              </a:ln>
              <a:effectLst/>
            </c:spPr>
            <c:trendlineType val="power"/>
            <c:dispRSqr val="0"/>
            <c:dispEq val="0"/>
          </c:trendline>
          <c:xVal>
            <c:numRef>
              <c:f>'Front strategy'!$AU$30:$AU$75</c:f>
              <c:numCache>
                <c:formatCode>0</c:formatCode>
                <c:ptCount val="46"/>
                <c:pt idx="0">
                  <c:v>0</c:v>
                </c:pt>
                <c:pt idx="1">
                  <c:v>35.146399555553451</c:v>
                </c:pt>
                <c:pt idx="2">
                  <c:v>49.716134435667719</c:v>
                </c:pt>
                <c:pt idx="3">
                  <c:v>60.947499993541285</c:v>
                </c:pt>
                <c:pt idx="4">
                  <c:v>70.548234222687299</c:v>
                </c:pt>
                <c:pt idx="5">
                  <c:v>79.266450286870651</c:v>
                </c:pt>
                <c:pt idx="6">
                  <c:v>87.585537110792544</c:v>
                </c:pt>
                <c:pt idx="7">
                  <c:v>95.8993916336225</c:v>
                </c:pt>
                <c:pt idx="8">
                  <c:v>104.57140069395221</c:v>
                </c:pt>
                <c:pt idx="9">
                  <c:v>113.95304863944261</c:v>
                </c:pt>
                <c:pt idx="10">
                  <c:v>124.38448339874225</c:v>
                </c:pt>
                <c:pt idx="11">
                  <c:v>136.18676919831617</c:v>
                </c:pt>
                <c:pt idx="12">
                  <c:v>149.65190022009691</c:v>
                </c:pt>
                <c:pt idx="13">
                  <c:v>165.03477690128227</c:v>
                </c:pt>
                <c:pt idx="14">
                  <c:v>182.54943517429083</c:v>
                </c:pt>
                <c:pt idx="15">
                  <c:v>202.36987967843751</c:v>
                </c:pt>
                <c:pt idx="16">
                  <c:v>224.63445364783536</c:v>
                </c:pt>
                <c:pt idx="17">
                  <c:v>249.45210302206965</c:v>
                </c:pt>
                <c:pt idx="18">
                  <c:v>276.90903675414313</c:v>
                </c:pt>
                <c:pt idx="19">
                  <c:v>307.07478433532208</c:v>
                </c:pt>
                <c:pt idx="20">
                  <c:v>340.00717626029854</c:v>
                </c:pt>
                <c:pt idx="21">
                  <c:v>375.75615577360992</c:v>
                </c:pt>
                <c:pt idx="22">
                  <c:v>414.36654267680177</c:v>
                </c:pt>
                <c:pt idx="23">
                  <c:v>455.87995250042553</c:v>
                </c:pt>
                <c:pt idx="24">
                  <c:v>500.3360802850608</c:v>
                </c:pt>
                <c:pt idx="25">
                  <c:v>547.77352903323958</c:v>
                </c:pt>
                <c:pt idx="26">
                  <c:v>598.23032361023741</c:v>
                </c:pt>
                <c:pt idx="27">
                  <c:v>651.74421376612906</c:v>
                </c:pt>
                <c:pt idx="28">
                  <c:v>708.3528395815581</c:v>
                </c:pt>
                <c:pt idx="29">
                  <c:v>768.09380965135699</c:v>
                </c:pt>
                <c:pt idx="30">
                  <c:v>831.0047257447834</c:v>
                </c:pt>
                <c:pt idx="31">
                  <c:v>897.1231761137019</c:v>
                </c:pt>
                <c:pt idx="32">
                  <c:v>966.48671173362322</c:v>
                </c:pt>
                <c:pt idx="33">
                  <c:v>1039.132814481271</c:v>
                </c:pt>
                <c:pt idx="34">
                  <c:v>1115.0988627679942</c:v>
                </c:pt>
                <c:pt idx="35">
                  <c:v>1194.4220978815044</c:v>
                </c:pt>
                <c:pt idx="36">
                  <c:v>1277.1395928353568</c:v>
                </c:pt>
                <c:pt idx="37">
                  <c:v>1363.2882246103916</c:v>
                </c:pt>
                <c:pt idx="38">
                  <c:v>1452.904650109381</c:v>
                </c:pt>
                <c:pt idx="39">
                  <c:v>1546.0252858111216</c:v>
                </c:pt>
                <c:pt idx="40">
                  <c:v>1642.6862909215104</c:v>
                </c:pt>
                <c:pt idx="41">
                  <c:v>1742.9235537225024</c:v>
                </c:pt>
                <c:pt idx="42">
                  <c:v>1846.7726807803465</c:v>
                </c:pt>
                <c:pt idx="43">
                  <c:v>1954.2689886692613</c:v>
                </c:pt>
                <c:pt idx="44">
                  <c:v>2065.4474978810731</c:v>
                </c:pt>
                <c:pt idx="45">
                  <c:v>2180.3429286162145</c:v>
                </c:pt>
              </c:numCache>
            </c:numRef>
          </c:xVal>
          <c:yVal>
            <c:numRef>
              <c:f>'Front strategy'!$AN$30:$AN$75</c:f>
              <c:numCache>
                <c:formatCode>0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F81D-4987-A370-16AFB1672C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8317759"/>
        <c:axId val="514334303"/>
      </c:scatterChart>
      <c:valAx>
        <c:axId val="478317759"/>
        <c:scaling>
          <c:orientation val="minMax"/>
          <c:max val="34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4334303"/>
        <c:crosses val="autoZero"/>
        <c:crossBetween val="midCat"/>
      </c:valAx>
      <c:valAx>
        <c:axId val="514334303"/>
        <c:scaling>
          <c:orientation val="minMax"/>
          <c:max val="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3177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Ride Freqency</a:t>
            </a:r>
            <a:r>
              <a:rPr lang="en-US" baseline="0"/>
              <a:t> (rigid tyres)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Front 7Hz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strategy'!$AR$30:$AR$75</c:f>
              <c:numCache>
                <c:formatCode>0</c:formatCode>
                <c:ptCount val="46"/>
                <c:pt idx="0">
                  <c:v>0</c:v>
                </c:pt>
                <c:pt idx="1">
                  <c:v>36.663679046573684</c:v>
                </c:pt>
                <c:pt idx="2">
                  <c:v>54.655637202480477</c:v>
                </c:pt>
                <c:pt idx="3">
                  <c:v>70.640072672946516</c:v>
                </c:pt>
                <c:pt idx="4">
                  <c:v>85.971472719895914</c:v>
                </c:pt>
                <c:pt idx="5">
                  <c:v>101.09356462037039</c:v>
                </c:pt>
                <c:pt idx="6">
                  <c:v>116.19244807029784</c:v>
                </c:pt>
                <c:pt idx="7">
                  <c:v>131.35517158023694</c:v>
                </c:pt>
                <c:pt idx="8">
                  <c:v>146.62423861484012</c:v>
                </c:pt>
                <c:pt idx="9">
                  <c:v>162.02014439306438</c:v>
                </c:pt>
                <c:pt idx="10">
                  <c:v>177.5518442154478</c:v>
                </c:pt>
                <c:pt idx="11">
                  <c:v>193.2220196525725</c:v>
                </c:pt>
                <c:pt idx="12">
                  <c:v>209.02988366936739</c:v>
                </c:pt>
                <c:pt idx="13">
                  <c:v>224.97273848006762</c:v>
                </c:pt>
                <c:pt idx="14">
                  <c:v>241.04686707379327</c:v>
                </c:pt>
                <c:pt idx="15">
                  <c:v>257.24805379155714</c:v>
                </c:pt>
                <c:pt idx="16">
                  <c:v>273.57189157441741</c:v>
                </c:pt>
                <c:pt idx="17">
                  <c:v>290.01396336179408</c:v>
                </c:pt>
                <c:pt idx="18">
                  <c:v>306.56994778683509</c:v>
                </c:pt>
                <c:pt idx="19">
                  <c:v>323.23567869511629</c:v>
                </c:pt>
                <c:pt idx="20">
                  <c:v>340.00717626029854</c:v>
                </c:pt>
                <c:pt idx="21">
                  <c:v>356.88066059069376</c:v>
                </c:pt>
                <c:pt idx="22">
                  <c:v>373.85255460051263</c:v>
                </c:pt>
                <c:pt idx="23">
                  <c:v>390.9194804033923</c:v>
                </c:pt>
                <c:pt idx="24">
                  <c:v>408.0782519234732</c:v>
                </c:pt>
                <c:pt idx="25">
                  <c:v>425.3258654356149</c:v>
                </c:pt>
                <c:pt idx="26">
                  <c:v>442.65948911988818</c:v>
                </c:pt>
                <c:pt idx="27">
                  <c:v>460.07645231292418</c:v>
                </c:pt>
                <c:pt idx="28">
                  <c:v>477.57423487840697</c:v>
                </c:pt>
                <c:pt idx="29">
                  <c:v>495.15045695002624</c:v>
                </c:pt>
                <c:pt idx="30">
                  <c:v>512.80286919053776</c:v>
                </c:pt>
                <c:pt idx="31">
                  <c:v>530.52934363962095</c:v>
                </c:pt>
                <c:pt idx="32">
                  <c:v>548.3278651777257</c:v>
                </c:pt>
                <c:pt idx="33">
                  <c:v>566.19652360442581</c:v>
                </c:pt>
                <c:pt idx="34">
                  <c:v>584.13350631219873</c:v>
                </c:pt>
                <c:pt idx="35">
                  <c:v>602.1370915263094</c:v>
                </c:pt>
                <c:pt idx="36">
                  <c:v>620.20564207603366</c:v>
                </c:pt>
                <c:pt idx="37">
                  <c:v>638.33759966015407</c:v>
                </c:pt>
                <c:pt idx="38">
                  <c:v>656.53147956936039</c:v>
                </c:pt>
                <c:pt idx="39">
                  <c:v>674.78586582915489</c:v>
                </c:pt>
                <c:pt idx="40">
                  <c:v>693.09940672854691</c:v>
                </c:pt>
                <c:pt idx="41">
                  <c:v>711.4708107019585</c:v>
                </c:pt>
                <c:pt idx="42">
                  <c:v>729.89884253404455</c:v>
                </c:pt>
                <c:pt idx="43">
                  <c:v>748.38231985950392</c:v>
                </c:pt>
                <c:pt idx="44">
                  <c:v>766.92010993224528</c:v>
                </c:pt>
                <c:pt idx="45">
                  <c:v>785.51112664049651</c:v>
                </c:pt>
              </c:numCache>
            </c:numRef>
          </c:xVal>
          <c:yVal>
            <c:numRef>
              <c:f>'Front strategy'!$BJ$30:$BJ$75</c:f>
              <c:numCache>
                <c:formatCode>0.00</c:formatCode>
                <c:ptCount val="46"/>
                <c:pt idx="0">
                  <c:v>2.3001666136806769</c:v>
                </c:pt>
                <c:pt idx="1">
                  <c:v>2.5177371831068189</c:v>
                </c:pt>
                <c:pt idx="2">
                  <c:v>2.7884970773749735</c:v>
                </c:pt>
                <c:pt idx="3">
                  <c:v>3.0672319420406979</c:v>
                </c:pt>
                <c:pt idx="4">
                  <c:v>3.3438901749937453</c:v>
                </c:pt>
                <c:pt idx="5">
                  <c:v>3.6150418504991251</c:v>
                </c:pt>
                <c:pt idx="6">
                  <c:v>3.8795481687337205</c:v>
                </c:pt>
                <c:pt idx="7">
                  <c:v>4.1371870562157831</c:v>
                </c:pt>
                <c:pt idx="8">
                  <c:v>4.3881217692112529</c:v>
                </c:pt>
                <c:pt idx="9">
                  <c:v>4.6326735179355323</c:v>
                </c:pt>
                <c:pt idx="10">
                  <c:v>4.8712185413045797</c:v>
                </c:pt>
                <c:pt idx="11">
                  <c:v>5.1041404127011756</c:v>
                </c:pt>
                <c:pt idx="12">
                  <c:v>5.3318082184148432</c:v>
                </c:pt>
                <c:pt idx="13">
                  <c:v>5.5545672787463358</c:v>
                </c:pt>
                <c:pt idx="14">
                  <c:v>5.7727360479579026</c:v>
                </c:pt>
                <c:pt idx="15">
                  <c:v>5.9866060418301048</c:v>
                </c:pt>
                <c:pt idx="16">
                  <c:v>6.1964431932815236</c:v>
                </c:pt>
                <c:pt idx="17">
                  <c:v>6.402489813575432</c:v>
                </c:pt>
                <c:pt idx="18">
                  <c:v>6.6049667366560705</c:v>
                </c:pt>
                <c:pt idx="19">
                  <c:v>6.8040754341443579</c:v>
                </c:pt>
                <c:pt idx="20">
                  <c:v>7.0000000000000018</c:v>
                </c:pt>
                <c:pt idx="21">
                  <c:v>7.1929089631252197</c:v>
                </c:pt>
                <c:pt idx="22">
                  <c:v>7.3829569173283982</c:v>
                </c:pt>
                <c:pt idx="23">
                  <c:v>7.5702859739031654</c:v>
                </c:pt>
                <c:pt idx="24">
                  <c:v>7.7550270495606402</c:v>
                </c:pt>
                <c:pt idx="25">
                  <c:v>7.9373010054025217</c:v>
                </c:pt>
                <c:pt idx="26">
                  <c:v>8.1172196531619889</c:v>
                </c:pt>
                <c:pt idx="27">
                  <c:v>8.294886644251104</c:v>
                </c:pt>
                <c:pt idx="28">
                  <c:v>8.4703982558946045</c:v>
                </c:pt>
                <c:pt idx="29">
                  <c:v>8.643844087161737</c:v>
                </c:pt>
                <c:pt idx="30">
                  <c:v>8.8153076762229432</c:v>
                </c:pt>
                <c:pt idx="31">
                  <c:v>8.9848670487547242</c:v>
                </c:pt>
                <c:pt idx="32">
                  <c:v>9.1525952061377147</c:v>
                </c:pt>
                <c:pt idx="33">
                  <c:v>9.3185605609549054</c:v>
                </c:pt>
                <c:pt idx="34">
                  <c:v>9.4828273262975546</c:v>
                </c:pt>
                <c:pt idx="35">
                  <c:v>9.6454558645166966</c:v>
                </c:pt>
                <c:pt idx="36">
                  <c:v>9.8065030003057014</c:v>
                </c:pt>
                <c:pt idx="37">
                  <c:v>9.9660223023502663</c:v>
                </c:pt>
                <c:pt idx="38">
                  <c:v>10.124064337223768</c:v>
                </c:pt>
                <c:pt idx="39">
                  <c:v>10.280676898725591</c:v>
                </c:pt>
                <c:pt idx="40">
                  <c:v>10.435905215446891</c:v>
                </c:pt>
                <c:pt idx="41">
                  <c:v>10.589792138992808</c:v>
                </c:pt>
                <c:pt idx="42">
                  <c:v>10.74237831498424</c:v>
                </c:pt>
                <c:pt idx="43">
                  <c:v>10.893702338698137</c:v>
                </c:pt>
                <c:pt idx="44">
                  <c:v>11.043800896977464</c:v>
                </c:pt>
                <c:pt idx="45">
                  <c:v>11.192708897844891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A30-4A39-AFD8-B10508B19017}"/>
            </c:ext>
          </c:extLst>
        </c:ser>
        <c:ser>
          <c:idx val="1"/>
          <c:order val="1"/>
          <c:tx>
            <c:v>Rear 6Hz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'Rear strategy'!$AR$30:$AR$95</c:f>
              <c:numCache>
                <c:formatCode>0</c:formatCode>
                <c:ptCount val="66"/>
                <c:pt idx="0">
                  <c:v>0</c:v>
                </c:pt>
                <c:pt idx="1">
                  <c:v>30.5402264527687</c:v>
                </c:pt>
                <c:pt idx="2">
                  <c:v>43.260645405817208</c:v>
                </c:pt>
                <c:pt idx="3">
                  <c:v>53.138898842818733</c:v>
                </c:pt>
                <c:pt idx="4">
                  <c:v>61.624781798537505</c:v>
                </c:pt>
                <c:pt idx="5">
                  <c:v>69.294434235436128</c:v>
                </c:pt>
                <c:pt idx="6">
                  <c:v>76.45299219173296</c:v>
                </c:pt>
                <c:pt idx="7">
                  <c:v>83.288387145335221</c:v>
                </c:pt>
                <c:pt idx="8">
                  <c:v>89.927704306383575</c:v>
                </c:pt>
                <c:pt idx="9">
                  <c:v>96.462394903229111</c:v>
                </c:pt>
                <c:pt idx="10">
                  <c:v>102.96113780012635</c:v>
                </c:pt>
                <c:pt idx="11">
                  <c:v>109.47705771690036</c:v>
                </c:pt>
                <c:pt idx="12">
                  <c:v>116.05208925289729</c:v>
                </c:pt>
                <c:pt idx="13">
                  <c:v>122.71978171216512</c:v>
                </c:pt>
                <c:pt idx="14">
                  <c:v>129.50719814834224</c:v>
                </c:pt>
                <c:pt idx="15">
                  <c:v>136.43626041749181</c:v>
                </c:pt>
                <c:pt idx="16">
                  <c:v>143.52473973288886</c:v>
                </c:pt>
                <c:pt idx="17">
                  <c:v>150.78701081028765</c:v>
                </c:pt>
                <c:pt idx="18">
                  <c:v>158.23464213161245</c:v>
                </c:pt>
                <c:pt idx="19">
                  <c:v>165.87686838468196</c:v>
                </c:pt>
                <c:pt idx="20">
                  <c:v>173.72097527499699</c:v>
                </c:pt>
                <c:pt idx="21">
                  <c:v>181.77261714685258</c:v>
                </c:pt>
                <c:pt idx="22">
                  <c:v>190.0360817021002</c:v>
                </c:pt>
                <c:pt idx="23">
                  <c:v>198.51451213956059</c:v>
                </c:pt>
                <c:pt idx="24">
                  <c:v>207.21009441813152</c:v>
                </c:pt>
                <c:pt idx="25">
                  <c:v>216.12421556889933</c:v>
                </c:pt>
                <c:pt idx="26">
                  <c:v>225.25759773914535</c:v>
                </c:pt>
                <c:pt idx="27">
                  <c:v>234.61041175457373</c:v>
                </c:pt>
                <c:pt idx="28">
                  <c:v>244.18237331730555</c:v>
                </c:pt>
                <c:pt idx="29">
                  <c:v>253.97282444201355</c:v>
                </c:pt>
                <c:pt idx="30">
                  <c:v>263.980802324004</c:v>
                </c:pt>
                <c:pt idx="31">
                  <c:v>274.20509750099166</c:v>
                </c:pt>
                <c:pt idx="32">
                  <c:v>284.64430289515758</c:v>
                </c:pt>
                <c:pt idx="33">
                  <c:v>295.2968550908094</c:v>
                </c:pt>
                <c:pt idx="34">
                  <c:v>306.16106900666119</c:v>
                </c:pt>
                <c:pt idx="35">
                  <c:v>317.23516695406232</c:v>
                </c:pt>
                <c:pt idx="36">
                  <c:v>328.51730292876078</c:v>
                </c:pt>
                <c:pt idx="37">
                  <c:v>340.00558286032066</c:v>
                </c:pt>
                <c:pt idx="38">
                  <c:v>351.69808143726755</c:v>
                </c:pt>
                <c:pt idx="39">
                  <c:v>363.59285603493817</c:v>
                </c:pt>
                <c:pt idx="40">
                  <c:v>375.68795819487514</c:v>
                </c:pt>
                <c:pt idx="41">
                  <c:v>387.98144303764383</c:v>
                </c:pt>
                <c:pt idx="42">
                  <c:v>400.47137693364476</c:v>
                </c:pt>
                <c:pt idx="43">
                  <c:v>413.15584370753396</c:v>
                </c:pt>
                <c:pt idx="44">
                  <c:v>426.03294961006873</c:v>
                </c:pt>
                <c:pt idx="45">
                  <c:v>439.10082725559005</c:v>
                </c:pt>
                <c:pt idx="46">
                  <c:v>452.35763869301456</c:v>
                </c:pt>
                <c:pt idx="47">
                  <c:v>465.80157775243231</c:v>
                </c:pt>
                <c:pt idx="48">
                  <c:v>479.43087178748374</c:v>
                </c:pt>
                <c:pt idx="49">
                  <c:v>493.24378291508282</c:v>
                </c:pt>
                <c:pt idx="50">
                  <c:v>507.23860883827263</c:v>
                </c:pt>
                <c:pt idx="51">
                  <c:v>521.41368332459353</c:v>
                </c:pt>
                <c:pt idx="52">
                  <c:v>535.76737640102158</c:v>
                </c:pt>
                <c:pt idx="53">
                  <c:v>550.29809431689728</c:v>
                </c:pt>
                <c:pt idx="54">
                  <c:v>565.00427931814454</c:v>
                </c:pt>
                <c:pt idx="55">
                  <c:v>579.88440926916473</c:v>
                </c:pt>
                <c:pt idx="56">
                  <c:v>594.93699715297987</c:v>
                </c:pt>
                <c:pt idx="57">
                  <c:v>610.16059047524766</c:v>
                </c:pt>
                <c:pt idx="58">
                  <c:v>625.55377059360728</c:v>
                </c:pt>
                <c:pt idx="59">
                  <c:v>641.1151519902744</c:v>
                </c:pt>
                <c:pt idx="60">
                  <c:v>656.84338150283122</c:v>
                </c:pt>
                <c:pt idx="61">
                  <c:v>672.73713752563526</c:v>
                </c:pt>
                <c:pt idx="62">
                  <c:v>688.79512919212743</c:v>
                </c:pt>
                <c:pt idx="63">
                  <c:v>705.01609554655113</c:v>
                </c:pt>
                <c:pt idx="64">
                  <c:v>721.39880471204947</c:v>
                </c:pt>
                <c:pt idx="65">
                  <c:v>737.94205306084837</c:v>
                </c:pt>
              </c:numCache>
            </c:numRef>
          </c:xVal>
          <c:yVal>
            <c:numRef>
              <c:f>'Rear strategy'!$BJ$30:$BJ$75</c:f>
              <c:numCache>
                <c:formatCode>0.00</c:formatCode>
                <c:ptCount val="46"/>
                <c:pt idx="0">
                  <c:v>2.0630432407814601</c:v>
                </c:pt>
                <c:pt idx="1">
                  <c:v>2.0660854131700499</c:v>
                </c:pt>
                <c:pt idx="2">
                  <c:v>2.0766963414860982</c:v>
                </c:pt>
                <c:pt idx="3">
                  <c:v>2.0958004610116716</c:v>
                </c:pt>
                <c:pt idx="4">
                  <c:v>2.1237841570033282</c:v>
                </c:pt>
                <c:pt idx="5">
                  <c:v>2.1607522782645567</c:v>
                </c:pt>
                <c:pt idx="6">
                  <c:v>2.2066084705311062</c:v>
                </c:pt>
                <c:pt idx="7">
                  <c:v>2.2611044812281973</c:v>
                </c:pt>
                <c:pt idx="8">
                  <c:v>2.3238797989783846</c:v>
                </c:pt>
                <c:pt idx="9">
                  <c:v>2.394496163569924</c:v>
                </c:pt>
                <c:pt idx="10">
                  <c:v>2.4724674387054701</c:v>
                </c:pt>
                <c:pt idx="11">
                  <c:v>2.5572845080916897</c:v>
                </c:pt>
                <c:pt idx="12">
                  <c:v>2.6484350076768153</c:v>
                </c:pt>
                <c:pt idx="13">
                  <c:v>2.7454180913072448</c:v>
                </c:pt>
                <c:pt idx="14">
                  <c:v>2.8477547582792186</c:v>
                </c:pt>
                <c:pt idx="15">
                  <c:v>2.9549944625277935</c:v>
                </c:pt>
                <c:pt idx="16">
                  <c:v>3.0667187785202699</c:v>
                </c:pt>
                <c:pt idx="17">
                  <c:v>3.1825428564653548</c:v>
                </c:pt>
                <c:pt idx="18">
                  <c:v>3.3021153018244846</c:v>
                </c:pt>
                <c:pt idx="19">
                  <c:v>3.4251169954222971</c:v>
                </c:pt>
                <c:pt idx="20">
                  <c:v>3.5512592530880589</c:v>
                </c:pt>
                <c:pt idx="21">
                  <c:v>3.6802816198456103</c:v>
                </c:pt>
                <c:pt idx="22">
                  <c:v>3.8119495080211805</c:v>
                </c:pt>
                <c:pt idx="23">
                  <c:v>3.9460518216070533</c:v>
                </c:pt>
                <c:pt idx="24">
                  <c:v>4.0823986588474197</c:v>
                </c:pt>
                <c:pt idx="25">
                  <c:v>4.2208191484443072</c:v>
                </c:pt>
                <c:pt idx="26">
                  <c:v>4.3611594490677907</c:v>
                </c:pt>
                <c:pt idx="27">
                  <c:v>4.503280924353672</c:v>
                </c:pt>
                <c:pt idx="28">
                  <c:v>4.647058494095889</c:v>
                </c:pt>
                <c:pt idx="29">
                  <c:v>4.7923791551703134</c:v>
                </c:pt>
                <c:pt idx="30">
                  <c:v>4.9391406615570617</c:v>
                </c:pt>
                <c:pt idx="31">
                  <c:v>5.087250350699394</c:v>
                </c:pt>
                <c:pt idx="32">
                  <c:v>5.2366241026563953</c:v>
                </c:pt>
                <c:pt idx="33">
                  <c:v>5.3871854185852692</c:v>
                </c:pt>
                <c:pt idx="34">
                  <c:v>5.5388646056891586</c:v>
                </c:pt>
                <c:pt idx="35">
                  <c:v>5.6915980566576261</c:v>
                </c:pt>
                <c:pt idx="36">
                  <c:v>5.8453276126572211</c:v>
                </c:pt>
                <c:pt idx="37">
                  <c:v>6.0000000000000009</c:v>
                </c:pt>
                <c:pt idx="38">
                  <c:v>6.1555663316671581</c:v>
                </c:pt>
                <c:pt idx="39">
                  <c:v>6.3119816658572132</c:v>
                </c:pt>
                <c:pt idx="40">
                  <c:v>6.4692046146439601</c:v>
                </c:pt>
                <c:pt idx="41">
                  <c:v>6.6271969966606736</c:v>
                </c:pt>
                <c:pt idx="42">
                  <c:v>6.7859235284725754</c:v>
                </c:pt>
                <c:pt idx="43">
                  <c:v>6.9453515499621314</c:v>
                </c:pt>
                <c:pt idx="44">
                  <c:v>7.105450779636973</c:v>
                </c:pt>
                <c:pt idx="45">
                  <c:v>7.2661930962844643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A30-4A39-AFD8-B10508B19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4582176"/>
        <c:axId val="807329664"/>
      </c:scatterChart>
      <c:valAx>
        <c:axId val="854582176"/>
        <c:scaling>
          <c:orientation val="minMax"/>
          <c:max val="34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Speed [km/h]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329664"/>
        <c:crosses val="autoZero"/>
        <c:crossBetween val="midCat"/>
      </c:valAx>
      <c:valAx>
        <c:axId val="807329664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45821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Ride Freqency</a:t>
            </a:r>
            <a:r>
              <a:rPr lang="en-US" baseline="0"/>
              <a:t> (2nd mode with tyre stiffness)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Front 7Hz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strategy'!$AR$30:$AR$75</c:f>
              <c:numCache>
                <c:formatCode>0</c:formatCode>
                <c:ptCount val="46"/>
                <c:pt idx="0">
                  <c:v>0</c:v>
                </c:pt>
                <c:pt idx="1">
                  <c:v>36.663679046573684</c:v>
                </c:pt>
                <c:pt idx="2">
                  <c:v>54.655637202480477</c:v>
                </c:pt>
                <c:pt idx="3">
                  <c:v>70.640072672946516</c:v>
                </c:pt>
                <c:pt idx="4">
                  <c:v>85.971472719895914</c:v>
                </c:pt>
                <c:pt idx="5">
                  <c:v>101.09356462037039</c:v>
                </c:pt>
                <c:pt idx="6">
                  <c:v>116.19244807029784</c:v>
                </c:pt>
                <c:pt idx="7">
                  <c:v>131.35517158023694</c:v>
                </c:pt>
                <c:pt idx="8">
                  <c:v>146.62423861484012</c:v>
                </c:pt>
                <c:pt idx="9">
                  <c:v>162.02014439306438</c:v>
                </c:pt>
                <c:pt idx="10">
                  <c:v>177.5518442154478</c:v>
                </c:pt>
                <c:pt idx="11">
                  <c:v>193.2220196525725</c:v>
                </c:pt>
                <c:pt idx="12">
                  <c:v>209.02988366936739</c:v>
                </c:pt>
                <c:pt idx="13">
                  <c:v>224.97273848006762</c:v>
                </c:pt>
                <c:pt idx="14">
                  <c:v>241.04686707379327</c:v>
                </c:pt>
                <c:pt idx="15">
                  <c:v>257.24805379155714</c:v>
                </c:pt>
                <c:pt idx="16">
                  <c:v>273.57189157441741</c:v>
                </c:pt>
                <c:pt idx="17">
                  <c:v>290.01396336179408</c:v>
                </c:pt>
                <c:pt idx="18">
                  <c:v>306.56994778683509</c:v>
                </c:pt>
                <c:pt idx="19">
                  <c:v>323.23567869511629</c:v>
                </c:pt>
                <c:pt idx="20">
                  <c:v>340.00717626029854</c:v>
                </c:pt>
                <c:pt idx="21">
                  <c:v>356.88066059069376</c:v>
                </c:pt>
                <c:pt idx="22">
                  <c:v>373.85255460051263</c:v>
                </c:pt>
                <c:pt idx="23">
                  <c:v>390.9194804033923</c:v>
                </c:pt>
                <c:pt idx="24">
                  <c:v>408.0782519234732</c:v>
                </c:pt>
                <c:pt idx="25">
                  <c:v>425.3258654356149</c:v>
                </c:pt>
                <c:pt idx="26">
                  <c:v>442.65948911988818</c:v>
                </c:pt>
                <c:pt idx="27">
                  <c:v>460.07645231292418</c:v>
                </c:pt>
                <c:pt idx="28">
                  <c:v>477.57423487840697</c:v>
                </c:pt>
                <c:pt idx="29">
                  <c:v>495.15045695002624</c:v>
                </c:pt>
                <c:pt idx="30">
                  <c:v>512.80286919053776</c:v>
                </c:pt>
                <c:pt idx="31">
                  <c:v>530.52934363962095</c:v>
                </c:pt>
                <c:pt idx="32">
                  <c:v>548.3278651777257</c:v>
                </c:pt>
                <c:pt idx="33">
                  <c:v>566.19652360442581</c:v>
                </c:pt>
                <c:pt idx="34">
                  <c:v>584.13350631219873</c:v>
                </c:pt>
                <c:pt idx="35">
                  <c:v>602.1370915263094</c:v>
                </c:pt>
                <c:pt idx="36">
                  <c:v>620.20564207603366</c:v>
                </c:pt>
                <c:pt idx="37">
                  <c:v>638.33759966015407</c:v>
                </c:pt>
                <c:pt idx="38">
                  <c:v>656.53147956936039</c:v>
                </c:pt>
                <c:pt idx="39">
                  <c:v>674.78586582915489</c:v>
                </c:pt>
                <c:pt idx="40">
                  <c:v>693.09940672854691</c:v>
                </c:pt>
                <c:pt idx="41">
                  <c:v>711.4708107019585</c:v>
                </c:pt>
                <c:pt idx="42">
                  <c:v>729.89884253404455</c:v>
                </c:pt>
                <c:pt idx="43">
                  <c:v>748.38231985950392</c:v>
                </c:pt>
                <c:pt idx="44">
                  <c:v>766.92010993224528</c:v>
                </c:pt>
                <c:pt idx="45">
                  <c:v>785.51112664049651</c:v>
                </c:pt>
              </c:numCache>
            </c:numRef>
          </c:xVal>
          <c:yVal>
            <c:numRef>
              <c:f>'Front strategy'!$CB$30:$CB$75</c:f>
              <c:numCache>
                <c:formatCode>0.00</c:formatCode>
                <c:ptCount val="46"/>
                <c:pt idx="0">
                  <c:v>1.7625453210054629</c:v>
                </c:pt>
                <c:pt idx="1">
                  <c:v>1.7819707491462431</c:v>
                </c:pt>
                <c:pt idx="2">
                  <c:v>1.8084606304617803</c:v>
                </c:pt>
                <c:pt idx="3">
                  <c:v>1.8383538549913223</c:v>
                </c:pt>
                <c:pt idx="4">
                  <c:v>1.8705824828497699</c:v>
                </c:pt>
                <c:pt idx="5">
                  <c:v>1.9045625898702141</c:v>
                </c:pt>
                <c:pt idx="6">
                  <c:v>1.939909920419485</c:v>
                </c:pt>
                <c:pt idx="7">
                  <c:v>1.9763460595311659</c:v>
                </c:pt>
                <c:pt idx="8">
                  <c:v>2.0136574031368668</c:v>
                </c:pt>
                <c:pt idx="9">
                  <c:v>2.0516740224016488</c:v>
                </c:pt>
                <c:pt idx="10">
                  <c:v>2.0902574713468565</c:v>
                </c:pt>
                <c:pt idx="11">
                  <c:v>2.1292931244937749</c:v>
                </c:pt>
                <c:pt idx="12">
                  <c:v>2.1686850233657746</c:v>
                </c:pt>
                <c:pt idx="13">
                  <c:v>2.208352216088548</c:v>
                </c:pt>
                <c:pt idx="14">
                  <c:v>2.2482260414257347</c:v>
                </c:pt>
                <c:pt idx="15">
                  <c:v>2.2882480427356358</c:v>
                </c:pt>
                <c:pt idx="16">
                  <c:v>2.3283683219952334</c:v>
                </c:pt>
                <c:pt idx="17">
                  <c:v>2.3685442138028789</c:v>
                </c:pt>
                <c:pt idx="18">
                  <c:v>2.4087392000448919</c:v>
                </c:pt>
                <c:pt idx="19">
                  <c:v>2.4489220107009615</c:v>
                </c:pt>
                <c:pt idx="20">
                  <c:v>2.4890658719070755</c:v>
                </c:pt>
                <c:pt idx="21">
                  <c:v>2.5291478726284504</c:v>
                </c:pt>
                <c:pt idx="22">
                  <c:v>2.569148428226748</c:v>
                </c:pt>
                <c:pt idx="23">
                  <c:v>2.6090508240602612</c:v>
                </c:pt>
                <c:pt idx="24">
                  <c:v>2.6488408257629055</c:v>
                </c:pt>
                <c:pt idx="25">
                  <c:v>2.6885063454544862</c:v>
                </c:pt>
                <c:pt idx="26">
                  <c:v>2.728037155120973</c:v>
                </c:pt>
                <c:pt idx="27">
                  <c:v>2.7674246399496609</c:v>
                </c:pt>
                <c:pt idx="28">
                  <c:v>2.8066615856293913</c:v>
                </c:pt>
                <c:pt idx="29">
                  <c:v>2.8457419946111822</c:v>
                </c:pt>
                <c:pt idx="30">
                  <c:v>2.8846609271262058</c:v>
                </c:pt>
                <c:pt idx="31">
                  <c:v>2.9234143634163852</c:v>
                </c:pt>
                <c:pt idx="32">
                  <c:v>2.9619990841777106</c:v>
                </c:pt>
                <c:pt idx="33">
                  <c:v>3.0004125666699437</c:v>
                </c:pt>
                <c:pt idx="34">
                  <c:v>3.0386528943258666</c:v>
                </c:pt>
                <c:pt idx="35">
                  <c:v>3.0767186780120324</c:v>
                </c:pt>
                <c:pt idx="36">
                  <c:v>3.1146089873616201</c:v>
                </c:pt>
                <c:pt idx="37">
                  <c:v>3.1523232908271059</c:v>
                </c:pt>
                <c:pt idx="38">
                  <c:v>3.1898614032928467</c:v>
                </c:pt>
                <c:pt idx="39">
                  <c:v>3.2272234402511071</c:v>
                </c:pt>
                <c:pt idx="40">
                  <c:v>3.2644097776840373</c:v>
                </c:pt>
                <c:pt idx="41">
                  <c:v>3.3014210169126281</c:v>
                </c:pt>
                <c:pt idx="42">
                  <c:v>3.3382579537748724</c:v>
                </c:pt>
                <c:pt idx="43">
                  <c:v>3.3749215515818567</c:v>
                </c:pt>
                <c:pt idx="44">
                  <c:v>3.4114129173746655</c:v>
                </c:pt>
                <c:pt idx="45">
                  <c:v>3.4477332810685555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A98-462A-9587-6A9AC0593C3B}"/>
            </c:ext>
          </c:extLst>
        </c:ser>
        <c:ser>
          <c:idx val="1"/>
          <c:order val="1"/>
          <c:tx>
            <c:v>Rear 6Hz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'Rear strategy'!$AR$30:$AR$95</c:f>
              <c:numCache>
                <c:formatCode>0</c:formatCode>
                <c:ptCount val="66"/>
                <c:pt idx="0">
                  <c:v>0</c:v>
                </c:pt>
                <c:pt idx="1">
                  <c:v>30.5402264527687</c:v>
                </c:pt>
                <c:pt idx="2">
                  <c:v>43.260645405817208</c:v>
                </c:pt>
                <c:pt idx="3">
                  <c:v>53.138898842818733</c:v>
                </c:pt>
                <c:pt idx="4">
                  <c:v>61.624781798537505</c:v>
                </c:pt>
                <c:pt idx="5">
                  <c:v>69.294434235436128</c:v>
                </c:pt>
                <c:pt idx="6">
                  <c:v>76.45299219173296</c:v>
                </c:pt>
                <c:pt idx="7">
                  <c:v>83.288387145335221</c:v>
                </c:pt>
                <c:pt idx="8">
                  <c:v>89.927704306383575</c:v>
                </c:pt>
                <c:pt idx="9">
                  <c:v>96.462394903229111</c:v>
                </c:pt>
                <c:pt idx="10">
                  <c:v>102.96113780012635</c:v>
                </c:pt>
                <c:pt idx="11">
                  <c:v>109.47705771690036</c:v>
                </c:pt>
                <c:pt idx="12">
                  <c:v>116.05208925289729</c:v>
                </c:pt>
                <c:pt idx="13">
                  <c:v>122.71978171216512</c:v>
                </c:pt>
                <c:pt idx="14">
                  <c:v>129.50719814834224</c:v>
                </c:pt>
                <c:pt idx="15">
                  <c:v>136.43626041749181</c:v>
                </c:pt>
                <c:pt idx="16">
                  <c:v>143.52473973288886</c:v>
                </c:pt>
                <c:pt idx="17">
                  <c:v>150.78701081028765</c:v>
                </c:pt>
                <c:pt idx="18">
                  <c:v>158.23464213161245</c:v>
                </c:pt>
                <c:pt idx="19">
                  <c:v>165.87686838468196</c:v>
                </c:pt>
                <c:pt idx="20">
                  <c:v>173.72097527499699</c:v>
                </c:pt>
                <c:pt idx="21">
                  <c:v>181.77261714685258</c:v>
                </c:pt>
                <c:pt idx="22">
                  <c:v>190.0360817021002</c:v>
                </c:pt>
                <c:pt idx="23">
                  <c:v>198.51451213956059</c:v>
                </c:pt>
                <c:pt idx="24">
                  <c:v>207.21009441813152</c:v>
                </c:pt>
                <c:pt idx="25">
                  <c:v>216.12421556889933</c:v>
                </c:pt>
                <c:pt idx="26">
                  <c:v>225.25759773914535</c:v>
                </c:pt>
                <c:pt idx="27">
                  <c:v>234.61041175457373</c:v>
                </c:pt>
                <c:pt idx="28">
                  <c:v>244.18237331730555</c:v>
                </c:pt>
                <c:pt idx="29">
                  <c:v>253.97282444201355</c:v>
                </c:pt>
                <c:pt idx="30">
                  <c:v>263.980802324004</c:v>
                </c:pt>
                <c:pt idx="31">
                  <c:v>274.20509750099166</c:v>
                </c:pt>
                <c:pt idx="32">
                  <c:v>284.64430289515758</c:v>
                </c:pt>
                <c:pt idx="33">
                  <c:v>295.2968550908094</c:v>
                </c:pt>
                <c:pt idx="34">
                  <c:v>306.16106900666119</c:v>
                </c:pt>
                <c:pt idx="35">
                  <c:v>317.23516695406232</c:v>
                </c:pt>
                <c:pt idx="36">
                  <c:v>328.51730292876078</c:v>
                </c:pt>
                <c:pt idx="37">
                  <c:v>340.00558286032066</c:v>
                </c:pt>
                <c:pt idx="38">
                  <c:v>351.69808143726755</c:v>
                </c:pt>
                <c:pt idx="39">
                  <c:v>363.59285603493817</c:v>
                </c:pt>
                <c:pt idx="40">
                  <c:v>375.68795819487514</c:v>
                </c:pt>
                <c:pt idx="41">
                  <c:v>387.98144303764383</c:v>
                </c:pt>
                <c:pt idx="42">
                  <c:v>400.47137693364476</c:v>
                </c:pt>
                <c:pt idx="43">
                  <c:v>413.15584370753396</c:v>
                </c:pt>
                <c:pt idx="44">
                  <c:v>426.03294961006873</c:v>
                </c:pt>
                <c:pt idx="45">
                  <c:v>439.10082725559005</c:v>
                </c:pt>
                <c:pt idx="46">
                  <c:v>452.35763869301456</c:v>
                </c:pt>
                <c:pt idx="47">
                  <c:v>465.80157775243231</c:v>
                </c:pt>
                <c:pt idx="48">
                  <c:v>479.43087178748374</c:v>
                </c:pt>
                <c:pt idx="49">
                  <c:v>493.24378291508282</c:v>
                </c:pt>
                <c:pt idx="50">
                  <c:v>507.23860883827263</c:v>
                </c:pt>
                <c:pt idx="51">
                  <c:v>521.41368332459353</c:v>
                </c:pt>
                <c:pt idx="52">
                  <c:v>535.76737640102158</c:v>
                </c:pt>
                <c:pt idx="53">
                  <c:v>550.29809431689728</c:v>
                </c:pt>
                <c:pt idx="54">
                  <c:v>565.00427931814454</c:v>
                </c:pt>
                <c:pt idx="55">
                  <c:v>579.88440926916473</c:v>
                </c:pt>
                <c:pt idx="56">
                  <c:v>594.93699715297987</c:v>
                </c:pt>
                <c:pt idx="57">
                  <c:v>610.16059047524766</c:v>
                </c:pt>
                <c:pt idx="58">
                  <c:v>625.55377059360728</c:v>
                </c:pt>
                <c:pt idx="59">
                  <c:v>641.1151519902744</c:v>
                </c:pt>
                <c:pt idx="60">
                  <c:v>656.84338150283122</c:v>
                </c:pt>
                <c:pt idx="61">
                  <c:v>672.73713752563526</c:v>
                </c:pt>
                <c:pt idx="62">
                  <c:v>688.79512919212743</c:v>
                </c:pt>
                <c:pt idx="63">
                  <c:v>705.01609554655113</c:v>
                </c:pt>
                <c:pt idx="64">
                  <c:v>721.39880471204947</c:v>
                </c:pt>
                <c:pt idx="65">
                  <c:v>737.94205306084837</c:v>
                </c:pt>
              </c:numCache>
            </c:numRef>
          </c:xVal>
          <c:yVal>
            <c:numRef>
              <c:f>'Rear strategy'!$CB$30:$CB$75</c:f>
              <c:numCache>
                <c:formatCode>0.00</c:formatCode>
                <c:ptCount val="46"/>
                <c:pt idx="0">
                  <c:v>1.759019372585096</c:v>
                </c:pt>
                <c:pt idx="1">
                  <c:v>1.7592795782345554</c:v>
                </c:pt>
                <c:pt idx="2">
                  <c:v>1.7601900355414994</c:v>
                </c:pt>
                <c:pt idx="3">
                  <c:v>1.7618404949511244</c:v>
                </c:pt>
                <c:pt idx="4">
                  <c:v>1.7642841731847212</c:v>
                </c:pt>
                <c:pt idx="5">
                  <c:v>1.7675598534896175</c:v>
                </c:pt>
                <c:pt idx="6">
                  <c:v>1.7716979096077348</c:v>
                </c:pt>
                <c:pt idx="7">
                  <c:v>1.7767229642515532</c:v>
                </c:pt>
                <c:pt idx="8">
                  <c:v>1.7826553027513623</c:v>
                </c:pt>
                <c:pt idx="9">
                  <c:v>1.7895117073378186</c:v>
                </c:pt>
                <c:pt idx="10">
                  <c:v>1.7973059823600785</c:v>
                </c:pt>
                <c:pt idx="11">
                  <c:v>1.8060492991813659</c:v>
                </c:pt>
                <c:pt idx="12">
                  <c:v>1.81575042945917</c:v>
                </c:pt>
                <c:pt idx="13">
                  <c:v>1.8264159068900847</c:v>
                </c:pt>
                <c:pt idx="14">
                  <c:v>1.8380501425789268</c:v>
                </c:pt>
                <c:pt idx="15">
                  <c:v>1.8506555108198226</c:v>
                </c:pt>
                <c:pt idx="16">
                  <c:v>1.8642324170502149</c:v>
                </c:pt>
                <c:pt idx="17">
                  <c:v>1.8787793565083379</c:v>
                </c:pt>
                <c:pt idx="18">
                  <c:v>1.8942929698969053</c:v>
                </c:pt>
                <c:pt idx="19">
                  <c:v>1.9107681007070463</c:v>
                </c:pt>
                <c:pt idx="20">
                  <c:v>1.9281978575565262</c:v>
                </c:pt>
                <c:pt idx="21">
                  <c:v>1.9465736838201191</c:v>
                </c:pt>
                <c:pt idx="22">
                  <c:v>1.9658854359124913</c:v>
                </c:pt>
                <c:pt idx="23">
                  <c:v>1.9861214707938681</c:v>
                </c:pt>
                <c:pt idx="24">
                  <c:v>2.0072687425937206</c:v>
                </c:pt>
                <c:pt idx="25">
                  <c:v>2.029312907684687</c:v>
                </c:pt>
                <c:pt idx="26">
                  <c:v>2.0522384370883331</c:v>
                </c:pt>
                <c:pt idx="27">
                  <c:v>2.0760287347562989</c:v>
                </c:pt>
                <c:pt idx="28">
                  <c:v>2.1006662600424484</c:v>
                </c:pt>
                <c:pt idx="29">
                  <c:v>2.1261326525581357</c:v>
                </c:pt>
                <c:pt idx="30">
                  <c:v>2.1524088575742666</c:v>
                </c:pt>
                <c:pt idx="31">
                  <c:v>2.1794752501880699</c:v>
                </c:pt>
                <c:pt idx="32">
                  <c:v>2.2073117565948559</c:v>
                </c:pt>
                <c:pt idx="33">
                  <c:v>2.2358979709796736</c:v>
                </c:pt>
                <c:pt idx="34">
                  <c:v>2.265213266754869</c:v>
                </c:pt>
                <c:pt idx="35">
                  <c:v>2.2952369011018461</c:v>
                </c:pt>
                <c:pt idx="36">
                  <c:v>2.3259481120153604</c:v>
                </c:pt>
                <c:pt idx="37">
                  <c:v>2.3573262072848173</c:v>
                </c:pt>
                <c:pt idx="38">
                  <c:v>2.3893506450700746</c:v>
                </c:pt>
                <c:pt idx="39">
                  <c:v>2.4220011059323734</c:v>
                </c:pt>
                <c:pt idx="40">
                  <c:v>2.4552575563596393</c:v>
                </c:pt>
                <c:pt idx="41">
                  <c:v>2.4891003039770356</c:v>
                </c:pt>
                <c:pt idx="42">
                  <c:v>2.5235100447575554</c:v>
                </c:pt>
                <c:pt idx="43">
                  <c:v>2.5584679026442325</c:v>
                </c:pt>
                <c:pt idx="44">
                  <c:v>2.5939554620669241</c:v>
                </c:pt>
                <c:pt idx="45">
                  <c:v>2.6299547938849459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A98-462A-9587-6A9AC0593C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4582176"/>
        <c:axId val="807329664"/>
      </c:scatterChart>
      <c:valAx>
        <c:axId val="854582176"/>
        <c:scaling>
          <c:orientation val="minMax"/>
          <c:max val="34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Speed [km/h]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329664"/>
        <c:crosses val="autoZero"/>
        <c:crossBetween val="midCat"/>
      </c:valAx>
      <c:valAx>
        <c:axId val="807329664"/>
        <c:scaling>
          <c:orientation val="minMax"/>
          <c:max val="3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45821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Suspension</a:t>
            </a:r>
            <a:r>
              <a:rPr lang="en-US" baseline="0"/>
              <a:t> Stiffness (Center+Side springs)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Front 7Hz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'Front strategy'!$AR$30:$AR$75</c:f>
              <c:numCache>
                <c:formatCode>0</c:formatCode>
                <c:ptCount val="46"/>
                <c:pt idx="0">
                  <c:v>0</c:v>
                </c:pt>
                <c:pt idx="1">
                  <c:v>36.663679046573684</c:v>
                </c:pt>
                <c:pt idx="2">
                  <c:v>54.655637202480477</c:v>
                </c:pt>
                <c:pt idx="3">
                  <c:v>70.640072672946516</c:v>
                </c:pt>
                <c:pt idx="4">
                  <c:v>85.971472719895914</c:v>
                </c:pt>
                <c:pt idx="5">
                  <c:v>101.09356462037039</c:v>
                </c:pt>
                <c:pt idx="6">
                  <c:v>116.19244807029784</c:v>
                </c:pt>
                <c:pt idx="7">
                  <c:v>131.35517158023694</c:v>
                </c:pt>
                <c:pt idx="8">
                  <c:v>146.62423861484012</c:v>
                </c:pt>
                <c:pt idx="9">
                  <c:v>162.02014439306438</c:v>
                </c:pt>
                <c:pt idx="10">
                  <c:v>177.5518442154478</c:v>
                </c:pt>
                <c:pt idx="11">
                  <c:v>193.2220196525725</c:v>
                </c:pt>
                <c:pt idx="12">
                  <c:v>209.02988366936739</c:v>
                </c:pt>
                <c:pt idx="13">
                  <c:v>224.97273848006762</c:v>
                </c:pt>
                <c:pt idx="14">
                  <c:v>241.04686707379327</c:v>
                </c:pt>
                <c:pt idx="15">
                  <c:v>257.24805379155714</c:v>
                </c:pt>
                <c:pt idx="16">
                  <c:v>273.57189157441741</c:v>
                </c:pt>
                <c:pt idx="17">
                  <c:v>290.01396336179408</c:v>
                </c:pt>
                <c:pt idx="18">
                  <c:v>306.56994778683509</c:v>
                </c:pt>
                <c:pt idx="19">
                  <c:v>323.23567869511629</c:v>
                </c:pt>
                <c:pt idx="20">
                  <c:v>340.00717626029854</c:v>
                </c:pt>
                <c:pt idx="21">
                  <c:v>356.88066059069376</c:v>
                </c:pt>
                <c:pt idx="22">
                  <c:v>373.85255460051263</c:v>
                </c:pt>
                <c:pt idx="23">
                  <c:v>390.9194804033923</c:v>
                </c:pt>
                <c:pt idx="24">
                  <c:v>408.0782519234732</c:v>
                </c:pt>
                <c:pt idx="25">
                  <c:v>425.3258654356149</c:v>
                </c:pt>
                <c:pt idx="26">
                  <c:v>442.65948911988818</c:v>
                </c:pt>
                <c:pt idx="27">
                  <c:v>460.07645231292418</c:v>
                </c:pt>
                <c:pt idx="28">
                  <c:v>477.57423487840697</c:v>
                </c:pt>
                <c:pt idx="29">
                  <c:v>495.15045695002624</c:v>
                </c:pt>
                <c:pt idx="30">
                  <c:v>512.80286919053776</c:v>
                </c:pt>
                <c:pt idx="31">
                  <c:v>530.52934363962095</c:v>
                </c:pt>
                <c:pt idx="32">
                  <c:v>548.3278651777257</c:v>
                </c:pt>
                <c:pt idx="33">
                  <c:v>566.19652360442581</c:v>
                </c:pt>
                <c:pt idx="34">
                  <c:v>584.13350631219873</c:v>
                </c:pt>
                <c:pt idx="35">
                  <c:v>602.1370915263094</c:v>
                </c:pt>
                <c:pt idx="36">
                  <c:v>620.20564207603366</c:v>
                </c:pt>
                <c:pt idx="37">
                  <c:v>638.33759966015407</c:v>
                </c:pt>
                <c:pt idx="38">
                  <c:v>656.53147956936039</c:v>
                </c:pt>
                <c:pt idx="39">
                  <c:v>674.78586582915489</c:v>
                </c:pt>
                <c:pt idx="40">
                  <c:v>693.09940672854691</c:v>
                </c:pt>
                <c:pt idx="41">
                  <c:v>711.4708107019585</c:v>
                </c:pt>
                <c:pt idx="42">
                  <c:v>729.89884253404455</c:v>
                </c:pt>
                <c:pt idx="43">
                  <c:v>748.38231985950392</c:v>
                </c:pt>
                <c:pt idx="44">
                  <c:v>766.92010993224528</c:v>
                </c:pt>
                <c:pt idx="45">
                  <c:v>785.51112664049651</c:v>
                </c:pt>
              </c:numCache>
            </c:numRef>
          </c:xVal>
          <c:yVal>
            <c:numRef>
              <c:f>'Front strategy'!$BA$30:$BA$75</c:f>
              <c:numCache>
                <c:formatCode>0</c:formatCode>
                <c:ptCount val="46"/>
                <c:pt idx="0">
                  <c:v>100</c:v>
                </c:pt>
                <c:pt idx="1">
                  <c:v>119.81251832370106</c:v>
                </c:pt>
                <c:pt idx="2">
                  <c:v>146.96766570584276</c:v>
                </c:pt>
                <c:pt idx="3">
                  <c:v>177.81755959092888</c:v>
                </c:pt>
                <c:pt idx="4">
                  <c:v>211.34180853813425</c:v>
                </c:pt>
                <c:pt idx="5">
                  <c:v>247.00632134598862</c:v>
                </c:pt>
                <c:pt idx="6">
                  <c:v>284.47473790038094</c:v>
                </c:pt>
                <c:pt idx="7">
                  <c:v>323.512989991898</c:v>
                </c:pt>
                <c:pt idx="8">
                  <c:v>363.94750818966844</c:v>
                </c:pt>
                <c:pt idx="9">
                  <c:v>405.6437592511241</c:v>
                </c:pt>
                <c:pt idx="10">
                  <c:v>448.49399984475576</c:v>
                </c:pt>
                <c:pt idx="11">
                  <c:v>492.40974054270805</c:v>
                </c:pt>
                <c:pt idx="12">
                  <c:v>537.31683571558847</c:v>
                </c:pt>
                <c:pt idx="13">
                  <c:v>583.15213762816074</c:v>
                </c:pt>
                <c:pt idx="14">
                  <c:v>629.86113240811892</c:v>
                </c:pt>
                <c:pt idx="15">
                  <c:v>677.39621913181111</c:v>
                </c:pt>
                <c:pt idx="16">
                  <c:v>725.71542526789403</c:v>
                </c:pt>
                <c:pt idx="17">
                  <c:v>774.78142713295608</c:v>
                </c:pt>
                <c:pt idx="18">
                  <c:v>824.56078904472395</c:v>
                </c:pt>
                <c:pt idx="19">
                  <c:v>875.02336277720804</c:v>
                </c:pt>
                <c:pt idx="20">
                  <c:v>926.14180680000061</c:v>
                </c:pt>
                <c:pt idx="21">
                  <c:v>977.8911965590097</c:v>
                </c:pt>
                <c:pt idx="22">
                  <c:v>1030.248705005791</c:v>
                </c:pt>
                <c:pt idx="23">
                  <c:v>1083.1933380689602</c:v>
                </c:pt>
                <c:pt idx="24">
                  <c:v>1136.7057136222661</c:v>
                </c:pt>
                <c:pt idx="25">
                  <c:v>1190.7678752694314</c:v>
                </c:pt>
                <c:pt idx="26">
                  <c:v>1245.3631342784165</c:v>
                </c:pt>
                <c:pt idx="27">
                  <c:v>1300.4759344836712</c:v>
                </c:pt>
                <c:pt idx="28">
                  <c:v>1356.0917360865292</c:v>
                </c:pt>
                <c:pt idx="29">
                  <c:v>1412.1969151255837</c:v>
                </c:pt>
                <c:pt idx="30">
                  <c:v>1468.7786760332708</c:v>
                </c:pt>
                <c:pt idx="31">
                  <c:v>1525.8249751933661</c:v>
                </c:pt>
                <c:pt idx="32">
                  <c:v>1583.3244538032984</c:v>
                </c:pt>
                <c:pt idx="33">
                  <c:v>1641.2663786517978</c:v>
                </c:pt>
                <c:pt idx="34">
                  <c:v>1699.6405896659298</c:v>
                </c:pt>
                <c:pt idx="35">
                  <c:v>1758.4374532764466</c:v>
                </c:pt>
                <c:pt idx="36">
                  <c:v>1817.6478208075237</c:v>
                </c:pt>
                <c:pt idx="37">
                  <c:v>1877.262991224394</c:v>
                </c:pt>
                <c:pt idx="38">
                  <c:v>1937.2746776765223</c:v>
                </c:pt>
                <c:pt idx="39">
                  <c:v>1997.6749773594993</c:v>
                </c:pt>
                <c:pt idx="40">
                  <c:v>2058.4563442894541</c:v>
                </c:pt>
                <c:pt idx="41">
                  <c:v>2119.6115646424432</c:v>
                </c:pt>
                <c:pt idx="42">
                  <c:v>2181.1337343603018</c:v>
                </c:pt>
                <c:pt idx="43">
                  <c:v>2243.0162387654223</c:v>
                </c:pt>
                <c:pt idx="44">
                  <c:v>2305.2527339615535</c:v>
                </c:pt>
                <c:pt idx="45">
                  <c:v>2367.837129826984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921-4E81-9152-26396629521A}"/>
            </c:ext>
          </c:extLst>
        </c:ser>
        <c:ser>
          <c:idx val="1"/>
          <c:order val="1"/>
          <c:tx>
            <c:v>Rear 6Hz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'Rear strategy'!$AR$30:$AR$95</c:f>
              <c:numCache>
                <c:formatCode>0</c:formatCode>
                <c:ptCount val="66"/>
                <c:pt idx="0">
                  <c:v>0</c:v>
                </c:pt>
                <c:pt idx="1">
                  <c:v>30.5402264527687</c:v>
                </c:pt>
                <c:pt idx="2">
                  <c:v>43.260645405817208</c:v>
                </c:pt>
                <c:pt idx="3">
                  <c:v>53.138898842818733</c:v>
                </c:pt>
                <c:pt idx="4">
                  <c:v>61.624781798537505</c:v>
                </c:pt>
                <c:pt idx="5">
                  <c:v>69.294434235436128</c:v>
                </c:pt>
                <c:pt idx="6">
                  <c:v>76.45299219173296</c:v>
                </c:pt>
                <c:pt idx="7">
                  <c:v>83.288387145335221</c:v>
                </c:pt>
                <c:pt idx="8">
                  <c:v>89.927704306383575</c:v>
                </c:pt>
                <c:pt idx="9">
                  <c:v>96.462394903229111</c:v>
                </c:pt>
                <c:pt idx="10">
                  <c:v>102.96113780012635</c:v>
                </c:pt>
                <c:pt idx="11">
                  <c:v>109.47705771690036</c:v>
                </c:pt>
                <c:pt idx="12">
                  <c:v>116.05208925289729</c:v>
                </c:pt>
                <c:pt idx="13">
                  <c:v>122.71978171216512</c:v>
                </c:pt>
                <c:pt idx="14">
                  <c:v>129.50719814834224</c:v>
                </c:pt>
                <c:pt idx="15">
                  <c:v>136.43626041749181</c:v>
                </c:pt>
                <c:pt idx="16">
                  <c:v>143.52473973288886</c:v>
                </c:pt>
                <c:pt idx="17">
                  <c:v>150.78701081028765</c:v>
                </c:pt>
                <c:pt idx="18">
                  <c:v>158.23464213161245</c:v>
                </c:pt>
                <c:pt idx="19">
                  <c:v>165.87686838468196</c:v>
                </c:pt>
                <c:pt idx="20">
                  <c:v>173.72097527499699</c:v>
                </c:pt>
                <c:pt idx="21">
                  <c:v>181.77261714685258</c:v>
                </c:pt>
                <c:pt idx="22">
                  <c:v>190.0360817021002</c:v>
                </c:pt>
                <c:pt idx="23">
                  <c:v>198.51451213956059</c:v>
                </c:pt>
                <c:pt idx="24">
                  <c:v>207.21009441813152</c:v>
                </c:pt>
                <c:pt idx="25">
                  <c:v>216.12421556889933</c:v>
                </c:pt>
                <c:pt idx="26">
                  <c:v>225.25759773914535</c:v>
                </c:pt>
                <c:pt idx="27">
                  <c:v>234.61041175457373</c:v>
                </c:pt>
                <c:pt idx="28">
                  <c:v>244.18237331730555</c:v>
                </c:pt>
                <c:pt idx="29">
                  <c:v>253.97282444201355</c:v>
                </c:pt>
                <c:pt idx="30">
                  <c:v>263.980802324004</c:v>
                </c:pt>
                <c:pt idx="31">
                  <c:v>274.20509750099166</c:v>
                </c:pt>
                <c:pt idx="32">
                  <c:v>284.64430289515758</c:v>
                </c:pt>
                <c:pt idx="33">
                  <c:v>295.2968550908094</c:v>
                </c:pt>
                <c:pt idx="34">
                  <c:v>306.16106900666119</c:v>
                </c:pt>
                <c:pt idx="35">
                  <c:v>317.23516695406232</c:v>
                </c:pt>
                <c:pt idx="36">
                  <c:v>328.51730292876078</c:v>
                </c:pt>
                <c:pt idx="37">
                  <c:v>340.00558286032066</c:v>
                </c:pt>
                <c:pt idx="38">
                  <c:v>351.69808143726755</c:v>
                </c:pt>
                <c:pt idx="39">
                  <c:v>363.59285603493817</c:v>
                </c:pt>
                <c:pt idx="40">
                  <c:v>375.68795819487514</c:v>
                </c:pt>
                <c:pt idx="41">
                  <c:v>387.98144303764383</c:v>
                </c:pt>
                <c:pt idx="42">
                  <c:v>400.47137693364476</c:v>
                </c:pt>
                <c:pt idx="43">
                  <c:v>413.15584370753396</c:v>
                </c:pt>
                <c:pt idx="44">
                  <c:v>426.03294961006873</c:v>
                </c:pt>
                <c:pt idx="45">
                  <c:v>439.10082725559005</c:v>
                </c:pt>
                <c:pt idx="46">
                  <c:v>452.35763869301456</c:v>
                </c:pt>
                <c:pt idx="47">
                  <c:v>465.80157775243231</c:v>
                </c:pt>
                <c:pt idx="48">
                  <c:v>479.43087178748374</c:v>
                </c:pt>
                <c:pt idx="49">
                  <c:v>493.24378291508282</c:v>
                </c:pt>
                <c:pt idx="50">
                  <c:v>507.23860883827263</c:v>
                </c:pt>
                <c:pt idx="51">
                  <c:v>521.41368332459353</c:v>
                </c:pt>
                <c:pt idx="52">
                  <c:v>535.76737640102158</c:v>
                </c:pt>
                <c:pt idx="53">
                  <c:v>550.29809431689728</c:v>
                </c:pt>
                <c:pt idx="54">
                  <c:v>565.00427931814454</c:v>
                </c:pt>
                <c:pt idx="55">
                  <c:v>579.88440926916473</c:v>
                </c:pt>
                <c:pt idx="56">
                  <c:v>594.93699715297987</c:v>
                </c:pt>
                <c:pt idx="57">
                  <c:v>610.16059047524766</c:v>
                </c:pt>
                <c:pt idx="58">
                  <c:v>625.55377059360728</c:v>
                </c:pt>
                <c:pt idx="59">
                  <c:v>641.1151519902744</c:v>
                </c:pt>
                <c:pt idx="60">
                  <c:v>656.84338150283122</c:v>
                </c:pt>
                <c:pt idx="61">
                  <c:v>672.73713752563526</c:v>
                </c:pt>
                <c:pt idx="62">
                  <c:v>688.79512919212743</c:v>
                </c:pt>
                <c:pt idx="63">
                  <c:v>705.01609554655113</c:v>
                </c:pt>
                <c:pt idx="64">
                  <c:v>721.39880471204947</c:v>
                </c:pt>
                <c:pt idx="65">
                  <c:v>737.94205306084837</c:v>
                </c:pt>
              </c:numCache>
            </c:numRef>
          </c:xVal>
          <c:yVal>
            <c:numRef>
              <c:f>'Rear strategy'!$BA$30:$BA$75</c:f>
              <c:numCache>
                <c:formatCode>0</c:formatCode>
                <c:ptCount val="46"/>
                <c:pt idx="0">
                  <c:v>100</c:v>
                </c:pt>
                <c:pt idx="1">
                  <c:v>100.295138301381</c:v>
                </c:pt>
                <c:pt idx="2">
                  <c:v>101.32796813452943</c:v>
                </c:pt>
                <c:pt idx="3">
                  <c:v>103.20083272059291</c:v>
                </c:pt>
                <c:pt idx="4">
                  <c:v>105.97516268838653</c:v>
                </c:pt>
                <c:pt idx="5">
                  <c:v>109.69663300191262</c:v>
                </c:pt>
                <c:pt idx="6">
                  <c:v>114.40207467826832</c:v>
                </c:pt>
                <c:pt idx="7">
                  <c:v>120.12256575073053</c:v>
                </c:pt>
                <c:pt idx="8">
                  <c:v>126.88510983385746</c:v>
                </c:pt>
                <c:pt idx="9">
                  <c:v>134.71365816391301</c:v>
                </c:pt>
                <c:pt idx="10">
                  <c:v>143.62978162615073</c:v>
                </c:pt>
                <c:pt idx="11">
                  <c:v>153.65313792556944</c:v>
                </c:pt>
                <c:pt idx="12">
                  <c:v>164.80181038639086</c:v>
                </c:pt>
                <c:pt idx="13">
                  <c:v>177.09256198371958</c:v>
                </c:pt>
                <c:pt idx="14">
                  <c:v>190.54103102479613</c:v>
                </c:pt>
                <c:pt idx="15">
                  <c:v>205.16188528182775</c:v>
                </c:pt>
                <c:pt idx="16">
                  <c:v>220.96894569639903</c:v>
                </c:pt>
                <c:pt idx="17">
                  <c:v>237.97528726347377</c:v>
                </c:pt>
                <c:pt idx="18">
                  <c:v>256.19332244889847</c:v>
                </c:pt>
                <c:pt idx="19">
                  <c:v>275.63487100041033</c:v>
                </c:pt>
                <c:pt idx="20">
                  <c:v>296.31121899427666</c:v>
                </c:pt>
                <c:pt idx="21">
                  <c:v>318.23316924926041</c:v>
                </c:pt>
                <c:pt idx="22">
                  <c:v>341.41108473308338</c:v>
                </c:pt>
                <c:pt idx="23">
                  <c:v>365.854926218603</c:v>
                </c:pt>
                <c:pt idx="24">
                  <c:v>391.57428517504877</c:v>
                </c:pt>
                <c:pt idx="25">
                  <c:v>418.5784126757589</c:v>
                </c:pt>
                <c:pt idx="26">
                  <c:v>446.8762449488118</c:v>
                </c:pt>
                <c:pt idx="27">
                  <c:v>476.47642607758269</c:v>
                </c:pt>
                <c:pt idx="28">
                  <c:v>507.38732826530781</c:v>
                </c:pt>
                <c:pt idx="29">
                  <c:v>539.61707000462457</c:v>
                </c:pt>
                <c:pt idx="30">
                  <c:v>573.17353243496609</c:v>
                </c:pt>
                <c:pt idx="31">
                  <c:v>608.06437412415221</c:v>
                </c:pt>
                <c:pt idx="32">
                  <c:v>644.29704447291635</c:v>
                </c:pt>
                <c:pt idx="33">
                  <c:v>681.87879591048784</c:v>
                </c:pt>
                <c:pt idx="34">
                  <c:v>720.81669502428224</c:v>
                </c:pt>
                <c:pt idx="35">
                  <c:v>761.11763274601128</c:v>
                </c:pt>
                <c:pt idx="36">
                  <c:v>802.78833369935955</c:v>
                </c:pt>
                <c:pt idx="37">
                  <c:v>845.83536480000032</c:v>
                </c:pt>
                <c:pt idx="38">
                  <c:v>890.26514318666898</c:v>
                </c:pt>
                <c:pt idx="39">
                  <c:v>936.08394355184953</c:v>
                </c:pt>
                <c:pt idx="40">
                  <c:v>983.29790493198323</c:v>
                </c:pt>
                <c:pt idx="41">
                  <c:v>1031.9130370097671</c:v>
                </c:pt>
                <c:pt idx="42">
                  <c:v>1081.9352259748262</c:v>
                </c:pt>
                <c:pt idx="43">
                  <c:v>1133.3702399836293</c:v>
                </c:pt>
                <c:pt idx="44">
                  <c:v>1186.2237342548747</c:v>
                </c:pt>
                <c:pt idx="45">
                  <c:v>1240.5012558325095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921-4E81-9152-2639662952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4582176"/>
        <c:axId val="807329664"/>
      </c:scatterChart>
      <c:valAx>
        <c:axId val="854582176"/>
        <c:scaling>
          <c:orientation val="minMax"/>
          <c:max val="34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Speed [km/h]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329664"/>
        <c:crosses val="autoZero"/>
        <c:crossBetween val="midCat"/>
      </c:valAx>
      <c:valAx>
        <c:axId val="807329664"/>
        <c:scaling>
          <c:orientation val="minMax"/>
          <c:max val="15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45821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0.34551</cdr:x>
      <cdr:y>0.26629</cdr:y>
    </cdr:from>
    <cdr:to>
      <cdr:x>0.784</cdr:x>
      <cdr:y>0.32735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D98F9599-D38A-49D5-9E6C-24CC94E152ED}"/>
            </a:ext>
          </a:extLst>
        </cdr:cNvPr>
        <cdr:cNvSpPr txBox="1"/>
      </cdr:nvSpPr>
      <cdr:spPr>
        <a:xfrm xmlns:a="http://schemas.openxmlformats.org/drawingml/2006/main">
          <a:off x="1582290" y="1247058"/>
          <a:ext cx="2008095" cy="2859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wrap="none" lIns="251999" tIns="72000" rIns="90000" bIns="36000" rtlCol="0" anchor="t">
          <a:normAutofit/>
        </a:bodyPr>
        <a:lstStyle xmlns:a="http://schemas.openxmlformats.org/drawingml/2006/main"/>
        <a:p xmlns:a="http://schemas.openxmlformats.org/drawingml/2006/main">
          <a:pPr algn="l"/>
          <a:r>
            <a:rPr lang="en-US" sz="1100" b="1" dirty="0">
              <a:solidFill>
                <a:srgbClr val="ED7D31"/>
              </a:solidFill>
            </a:rPr>
            <a:t>Constant rate (linear) spring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407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3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7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075C7FC-0F76-4ED8-A925-DC0EE55B3F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04849" y="3997895"/>
            <a:ext cx="9413372" cy="562570"/>
          </a:xfrm>
        </p:spPr>
        <p:txBody>
          <a:bodyPr anchor="b">
            <a:noAutofit/>
          </a:bodyPr>
          <a:lstStyle>
            <a:lvl1pPr marL="742950" indent="-742950">
              <a:buFont typeface="+mj-lt"/>
              <a:buAutoNum type="arabicPeriod"/>
              <a:defRPr lang="en-US" sz="3600" b="0" i="0" kern="1200" cap="all" dirty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1. Lorem ipsum dolor sit </a:t>
            </a:r>
            <a:r>
              <a:rPr lang="en-US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53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9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567647C-CB63-CD46-975F-F1AE9CB671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8249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3EABD9A-1E60-9F48-98F1-A58CA5B7BFF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7385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06D3980-AFC0-E744-98AC-4B22529D99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0147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70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59420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275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873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2625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1564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11025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03620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93462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37144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1595015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504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3262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408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5209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88241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917937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366431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89434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67067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83164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06374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7323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24169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9705668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0768092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86783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3902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99934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782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674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032543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30431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0FD8-6C13-4200-9BEF-D0102C7D1B13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325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787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712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33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751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46C4B4-58E4-1144-B4D6-C2E8EDC13A13}"/>
              </a:ext>
            </a:extLst>
          </p:cNvPr>
          <p:cNvSpPr txBox="1">
            <a:spLocks/>
          </p:cNvSpPr>
          <p:nvPr/>
        </p:nvSpPr>
        <p:spPr>
          <a:xfrm>
            <a:off x="227012" y="3991571"/>
            <a:ext cx="8402637" cy="1021556"/>
          </a:xfrm>
          <a:prstGeom prst="rect">
            <a:avLst/>
          </a:prstGeom>
        </p:spPr>
        <p:txBody>
          <a:bodyPr vert="horz" lIns="251999" tIns="72000" rIns="90000" bIns="3600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1.LOREM IPSUM DOLOR SIT AMET</a:t>
            </a:r>
            <a:endParaRPr lang="en-JM" dirty="0">
              <a:solidFill>
                <a:schemeClr val="bg1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3191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80545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567647C-CB63-CD46-975F-F1AE9CB671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8249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3EABD9A-1E60-9F48-98F1-A58CA5B7BFF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7385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06D3980-AFC0-E744-98AC-4B22529D99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0147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717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31666004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10089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31526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57244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R01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747105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13061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840816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082185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423187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5064128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1652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1187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754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12582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992230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505806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2631629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569249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51164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98138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73821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56038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81064967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2459491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56087481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028473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751321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524849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0054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2083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914376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632055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65.xml"/><Relationship Id="rId39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73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68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63.xml"/><Relationship Id="rId32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76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7.xml"/><Relationship Id="rId36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70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4.xml"/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64.xml"/><Relationship Id="rId33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9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6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37" r:id="rId37"/>
    <p:sldLayoutId id="2147483738" r:id="rId38"/>
    <p:sldLayoutId id="2147483739" r:id="rId3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9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9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597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7495DC-2BA6-4DDC-944D-CBCCA2D4D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P074 – Le Mans Hypercar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63630-9641-491F-9C0E-18BBC6A820F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04849" y="3997895"/>
            <a:ext cx="9413372" cy="1036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Vehicle setup hypothesis</a:t>
            </a:r>
          </a:p>
          <a:p>
            <a:pPr marL="0" indent="0">
              <a:buNone/>
            </a:pPr>
            <a:r>
              <a:rPr lang="en-US" sz="2000" dirty="0"/>
              <a:t>Non-Linear 3</a:t>
            </a:r>
            <a:r>
              <a:rPr lang="en-US" sz="2000" baseline="30000" dirty="0"/>
              <a:t>rd</a:t>
            </a:r>
            <a:r>
              <a:rPr lang="en-US" sz="2000" dirty="0"/>
              <a:t> element</a:t>
            </a:r>
          </a:p>
        </p:txBody>
      </p:sp>
    </p:spTree>
    <p:extLst>
      <p:ext uri="{BB962C8B-B14F-4D97-AF65-F5344CB8AC3E}">
        <p14:creationId xmlns:p14="http://schemas.microsoft.com/office/powerpoint/2010/main" val="2307029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6F0894-E9D0-40FF-AF15-CB1121EA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Options and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1B3B3C-CD39-44D0-8389-1C99921467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500653" y="1322024"/>
            <a:ext cx="4354166" cy="4474034"/>
          </a:xfrm>
        </p:spPr>
        <p:txBody>
          <a:bodyPr/>
          <a:lstStyle/>
          <a:p>
            <a:r>
              <a:rPr lang="en-US" b="1" dirty="0"/>
              <a:t>Objectives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a given force at full bump to support aero load not carried by side springs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similar ride frequency front and rear on the speed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Exploit a non-linear (progressive) 3</a:t>
            </a:r>
            <a:r>
              <a:rPr lang="en-US" baseline="30000" dirty="0"/>
              <a:t>rd</a:t>
            </a:r>
            <a:r>
              <a:rPr lang="en-US" dirty="0"/>
              <a:t> element to have lower stiffness at low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side springs to define the minimum stiffness (at static RH) and have the 3</a:t>
            </a:r>
            <a:r>
              <a:rPr lang="en-US" baseline="30000" dirty="0"/>
              <a:t>rd</a:t>
            </a:r>
            <a:r>
              <a:rPr lang="en-US" dirty="0"/>
              <a:t> spring engage at 0 bump travel (0 speed)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Choose an option of 3</a:t>
            </a:r>
            <a:r>
              <a:rPr lang="en-US" baseline="30000" dirty="0"/>
              <a:t>rd</a:t>
            </a:r>
            <a:r>
              <a:rPr lang="en-US" dirty="0"/>
              <a:t> spring that limits the maximum stiffness (evaluated as ride frequency)</a:t>
            </a:r>
          </a:p>
          <a:p>
            <a:endParaRPr lang="en-US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26E0D70-0682-4897-9B7E-859B7A45EF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4378767"/>
              </p:ext>
            </p:extLst>
          </p:nvPr>
        </p:nvGraphicFramePr>
        <p:xfrm>
          <a:off x="337181" y="1322024"/>
          <a:ext cx="4579577" cy="4683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8829FF-3063-4082-828E-0B6D33736AAB}"/>
              </a:ext>
            </a:extLst>
          </p:cNvPr>
          <p:cNvSpPr txBox="1"/>
          <p:nvPr/>
        </p:nvSpPr>
        <p:spPr>
          <a:xfrm>
            <a:off x="4691348" y="2405035"/>
            <a:ext cx="2809305" cy="914400"/>
          </a:xfrm>
          <a:prstGeom prst="rect">
            <a:avLst/>
          </a:prstGeom>
        </p:spPr>
        <p:txBody>
          <a:bodyPr vert="horz" wrap="none" lIns="251999" tIns="72000" rIns="90000" bIns="36000" rtlCol="0" anchor="t">
            <a:normAutofit/>
          </a:bodyPr>
          <a:lstStyle/>
          <a:p>
            <a:pPr algn="l"/>
            <a:r>
              <a:rPr lang="en-US" sz="1000" dirty="0">
                <a:solidFill>
                  <a:schemeClr val="tx2"/>
                </a:solidFill>
              </a:rPr>
              <a:t>Required force at top speed bump travel </a:t>
            </a:r>
          </a:p>
          <a:p>
            <a:pPr algn="l"/>
            <a:r>
              <a:rPr lang="en-US" sz="1000" dirty="0">
                <a:solidFill>
                  <a:schemeClr val="tx2"/>
                </a:solidFill>
              </a:rPr>
              <a:t>to support the aero load remains the same</a:t>
            </a:r>
          </a:p>
          <a:p>
            <a:pPr algn="l"/>
            <a:r>
              <a:rPr lang="en-US" sz="1000" dirty="0">
                <a:solidFill>
                  <a:schemeClr val="tx2"/>
                </a:solidFill>
              </a:rPr>
              <a:t>(with a given side spring)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FA678D-9639-4FE5-AB87-BA254BF0B294}"/>
              </a:ext>
            </a:extLst>
          </p:cNvPr>
          <p:cNvCxnSpPr>
            <a:cxnSpLocks/>
          </p:cNvCxnSpPr>
          <p:nvPr/>
        </p:nvCxnSpPr>
        <p:spPr>
          <a:xfrm>
            <a:off x="2151017" y="3196046"/>
            <a:ext cx="1776549" cy="206393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CE451D-D0FC-4F02-8625-8BF2635916FC}"/>
              </a:ext>
            </a:extLst>
          </p:cNvPr>
          <p:cNvSpPr txBox="1"/>
          <p:nvPr/>
        </p:nvSpPr>
        <p:spPr>
          <a:xfrm>
            <a:off x="3927566" y="4398354"/>
            <a:ext cx="3364082" cy="795103"/>
          </a:xfrm>
          <a:prstGeom prst="rect">
            <a:avLst/>
          </a:prstGeom>
        </p:spPr>
        <p:txBody>
          <a:bodyPr vert="horz" wrap="none" lIns="251999" tIns="72000" rIns="90000" bIns="3600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C00000"/>
                </a:solidFill>
              </a:rPr>
              <a:t>Increasing terminal stiffness (slope at max bump).</a:t>
            </a:r>
          </a:p>
          <a:p>
            <a:pPr algn="l"/>
            <a:r>
              <a:rPr lang="en-US" sz="1000" dirty="0">
                <a:solidFill>
                  <a:srgbClr val="C00000"/>
                </a:solidFill>
              </a:rPr>
              <a:t>Varying the exponent of a polynomial fit:</a:t>
            </a:r>
          </a:p>
          <a:p>
            <a:pPr algn="l"/>
            <a:endParaRPr lang="en-US" sz="1000" dirty="0">
              <a:solidFill>
                <a:srgbClr val="C00000"/>
              </a:solidFill>
            </a:endParaRPr>
          </a:p>
          <a:p>
            <a:pPr algn="l"/>
            <a:r>
              <a:rPr lang="en-US" sz="1000" dirty="0">
                <a:solidFill>
                  <a:srgbClr val="C00000"/>
                </a:solidFill>
              </a:rPr>
              <a:t>F = a*</a:t>
            </a:r>
            <a:r>
              <a:rPr lang="en-US" sz="1000" dirty="0" err="1">
                <a:solidFill>
                  <a:srgbClr val="C00000"/>
                </a:solidFill>
              </a:rPr>
              <a:t>x^n</a:t>
            </a:r>
            <a:endParaRPr lang="en-US" sz="1000" dirty="0">
              <a:solidFill>
                <a:srgbClr val="C0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99A242-3097-42A2-9E05-83C782D56574}"/>
              </a:ext>
            </a:extLst>
          </p:cNvPr>
          <p:cNvCxnSpPr>
            <a:cxnSpLocks/>
          </p:cNvCxnSpPr>
          <p:nvPr/>
        </p:nvCxnSpPr>
        <p:spPr>
          <a:xfrm>
            <a:off x="3143794" y="2862235"/>
            <a:ext cx="374469" cy="801301"/>
          </a:xfrm>
          <a:prstGeom prst="straightConnector1">
            <a:avLst/>
          </a:prstGeom>
          <a:ln w="28575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281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678F-A7B1-47C8-9789-0E61C6BF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and objectives (2)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2BF2582-0D51-49C9-ABF9-F7EAB008E4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804045"/>
              </p:ext>
            </p:extLst>
          </p:nvPr>
        </p:nvGraphicFramePr>
        <p:xfrm>
          <a:off x="5053735" y="1436103"/>
          <a:ext cx="3490752" cy="4401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8F7A0A0-0786-4ADB-A776-ACA6646D84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9816459"/>
              </p:ext>
            </p:extLst>
          </p:nvPr>
        </p:nvGraphicFramePr>
        <p:xfrm>
          <a:off x="310732" y="1274946"/>
          <a:ext cx="3259781" cy="45629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68F319E-31C6-48A5-BC2A-24D91FD3F0FC}"/>
              </a:ext>
            </a:extLst>
          </p:cNvPr>
          <p:cNvSpPr/>
          <p:nvPr/>
        </p:nvSpPr>
        <p:spPr>
          <a:xfrm>
            <a:off x="3584206" y="3359157"/>
            <a:ext cx="17860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Increasing non-linearity and </a:t>
            </a:r>
          </a:p>
          <a:p>
            <a:r>
              <a:rPr lang="en-US" sz="1000" dirty="0">
                <a:solidFill>
                  <a:srgbClr val="C00000"/>
                </a:solidFill>
              </a:rPr>
              <a:t>terminal stiffness 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B4AA00-2457-41FD-ACB1-607723CBC1F2}"/>
              </a:ext>
            </a:extLst>
          </p:cNvPr>
          <p:cNvCxnSpPr>
            <a:cxnSpLocks/>
          </p:cNvCxnSpPr>
          <p:nvPr/>
        </p:nvCxnSpPr>
        <p:spPr>
          <a:xfrm flipV="1">
            <a:off x="3570513" y="2403566"/>
            <a:ext cx="0" cy="23948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CBB4C06E-4FF6-4CDD-9279-89D6A1DF44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5866287"/>
              </p:ext>
            </p:extLst>
          </p:nvPr>
        </p:nvGraphicFramePr>
        <p:xfrm>
          <a:off x="8474819" y="1436103"/>
          <a:ext cx="3490751" cy="4401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7516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D58F-31D9-43B3-8537-E9F98C48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Chosen configuration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13827-8AFE-4DA1-8A92-7B05D9486E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2550" y="5599611"/>
            <a:ext cx="7030388" cy="5662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Postrig</a:t>
            </a:r>
            <a:r>
              <a:rPr lang="en-US" dirty="0"/>
              <a:t> simulations to adjust damping should help in reducing unwanted pitching effects of the residual difference between front and rear ride frequencies</a:t>
            </a:r>
          </a:p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E803813-39C7-4AE5-9031-983B7F3808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2515360"/>
              </p:ext>
            </p:extLst>
          </p:nvPr>
        </p:nvGraphicFramePr>
        <p:xfrm>
          <a:off x="7620000" y="379571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C1C7C62-0695-4B26-B499-BFD24304B9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5218832"/>
              </p:ext>
            </p:extLst>
          </p:nvPr>
        </p:nvGraphicFramePr>
        <p:xfrm>
          <a:off x="7620000" y="122668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85E8E11-ACCC-4584-B93C-BED372C05F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602239"/>
              </p:ext>
            </p:extLst>
          </p:nvPr>
        </p:nvGraphicFramePr>
        <p:xfrm>
          <a:off x="1005840" y="171776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1621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6F0894-E9D0-40FF-AF15-CB1121EA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8EB9C0-719F-4B69-9098-C13AA1679E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Coupled vs De-Coupled heave stiffness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EC1BB9-24F8-4325-A061-72AE3751D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303188"/>
              </p:ext>
            </p:extLst>
          </p:nvPr>
        </p:nvGraphicFramePr>
        <p:xfrm>
          <a:off x="547552" y="2267157"/>
          <a:ext cx="5765802" cy="3392805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195891">
                  <a:extLst>
                    <a:ext uri="{9D8B030D-6E8A-4147-A177-3AD203B41FA5}">
                      <a16:colId xmlns:a16="http://schemas.microsoft.com/office/drawing/2014/main" val="1927410416"/>
                    </a:ext>
                  </a:extLst>
                </a:gridCol>
                <a:gridCol w="609265">
                  <a:extLst>
                    <a:ext uri="{9D8B030D-6E8A-4147-A177-3AD203B41FA5}">
                      <a16:colId xmlns:a16="http://schemas.microsoft.com/office/drawing/2014/main" val="1613231407"/>
                    </a:ext>
                  </a:extLst>
                </a:gridCol>
                <a:gridCol w="609265">
                  <a:extLst>
                    <a:ext uri="{9D8B030D-6E8A-4147-A177-3AD203B41FA5}">
                      <a16:colId xmlns:a16="http://schemas.microsoft.com/office/drawing/2014/main" val="1461001835"/>
                    </a:ext>
                  </a:extLst>
                </a:gridCol>
                <a:gridCol w="609265">
                  <a:extLst>
                    <a:ext uri="{9D8B030D-6E8A-4147-A177-3AD203B41FA5}">
                      <a16:colId xmlns:a16="http://schemas.microsoft.com/office/drawing/2014/main" val="1643978742"/>
                    </a:ext>
                  </a:extLst>
                </a:gridCol>
                <a:gridCol w="609265">
                  <a:extLst>
                    <a:ext uri="{9D8B030D-6E8A-4147-A177-3AD203B41FA5}">
                      <a16:colId xmlns:a16="http://schemas.microsoft.com/office/drawing/2014/main" val="2857114381"/>
                    </a:ext>
                  </a:extLst>
                </a:gridCol>
                <a:gridCol w="1132851">
                  <a:extLst>
                    <a:ext uri="{9D8B030D-6E8A-4147-A177-3AD203B41FA5}">
                      <a16:colId xmlns:a16="http://schemas.microsoft.com/office/drawing/2014/main" val="12080357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Coupled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De-coupled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178567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Front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Front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82791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Roll stiffness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37%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ratio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73515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Roll gradient (kinematic)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deg/g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035431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Side spring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N/mm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853716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ARB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3100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1250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Nm/deg of roll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495924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Aero load at top speed (340)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9500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9500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12500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107493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Center element force at top speed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2700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7100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7500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474002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Center element engage speed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km/h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2114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Center element travel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3514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Stiffness at top speed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837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1645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929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773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N/mm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03904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RH @ 80km/h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67.4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86.5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64.5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458712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-2.9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-1.5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648194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RH @ 160km/h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59.6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74.4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55.9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69.9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533538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-3.7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-4.5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8024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RH @ 240km/h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47.5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53.5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46.2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53.5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848154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-1.3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28679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13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180502_CMP-PodiumAdvancedTechnologiesTheme-r01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251999" tIns="72000" rIns="90000" bIns="36000" rtlCol="0" anchor="t">
        <a:normAutofit/>
      </a:bodyPr>
      <a:lstStyle>
        <a:defPPr algn="l">
          <a:defRPr dirty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80502_CMP-PodiumAdvancedTechnologiesTheme-r01" id="{2276B0BC-1047-4A59-8ED8-35CA57035170}" vid="{043C437F-D5DC-4876-9947-DE3586E9F32B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template_powerpoint</Template>
  <TotalTime>163</TotalTime>
  <Words>405</Words>
  <Application>Microsoft Office PowerPoint</Application>
  <PresentationFormat>Widescreen</PresentationFormat>
  <Paragraphs>126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Arial Narrow</vt:lpstr>
      <vt:lpstr>Bebas Neue</vt:lpstr>
      <vt:lpstr>Calibri</vt:lpstr>
      <vt:lpstr>Gill Sans</vt:lpstr>
      <vt:lpstr>Helvetica Neue Light</vt:lpstr>
      <vt:lpstr>Lato Light</vt:lpstr>
      <vt:lpstr>Lato Regular</vt:lpstr>
      <vt:lpstr>180502_CMP-PodiumAdvancedTechnologiesTheme-r01</vt:lpstr>
      <vt:lpstr>2_TemaPODIUM</vt:lpstr>
      <vt:lpstr>PowerPoint Presentation</vt:lpstr>
      <vt:lpstr>PowerPoint Presentation</vt:lpstr>
      <vt:lpstr>Options and objectives</vt:lpstr>
      <vt:lpstr>Options and objectives (2)</vt:lpstr>
      <vt:lpstr>Chosen configuration</vt:lpstr>
      <vt:lpstr>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Stefano Rapisarda</dc:creator>
  <cp:lastModifiedBy>Stefano Rapisarda</cp:lastModifiedBy>
  <cp:revision>39</cp:revision>
  <dcterms:created xsi:type="dcterms:W3CDTF">2019-11-14T11:06:13Z</dcterms:created>
  <dcterms:modified xsi:type="dcterms:W3CDTF">2020-01-28T15:00:03Z</dcterms:modified>
</cp:coreProperties>
</file>